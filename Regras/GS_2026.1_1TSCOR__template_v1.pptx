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4"/>
  </p:sldMasterIdLst>
  <p:notesMasterIdLst>
    <p:notesMasterId r:id="rId16"/>
  </p:notesMasterIdLst>
  <p:sldIdLst>
    <p:sldId id="256" r:id="rId5"/>
    <p:sldId id="321" r:id="rId6"/>
    <p:sldId id="349" r:id="rId7"/>
    <p:sldId id="350" r:id="rId8"/>
    <p:sldId id="351" r:id="rId9"/>
    <p:sldId id="352" r:id="rId10"/>
    <p:sldId id="353" r:id="rId11"/>
    <p:sldId id="354" r:id="rId12"/>
    <p:sldId id="355" r:id="rId13"/>
    <p:sldId id="357" r:id="rId14"/>
    <p:sldId id="358" r:id="rId15"/>
  </p:sldIdLst>
  <p:sldSz cx="9144000" cy="5143500" type="screen16x9"/>
  <p:notesSz cx="6858000" cy="9144000"/>
  <p:embeddedFontLst>
    <p:embeddedFont>
      <p:font typeface="Oswald" panose="00000500000000000000" pitchFamily="2" charset="0"/>
      <p:regular r:id="rId17"/>
      <p:bold r:id="rId18"/>
    </p:embeddedFont>
    <p:embeddedFont>
      <p:font typeface="Segoe UI" panose="020B0502040204020203" pitchFamily="34" charset="0"/>
      <p:regular r:id="rId19"/>
      <p:bold r:id="rId20"/>
      <p:italic r:id="rId21"/>
      <p:boldItalic r:id="rId22"/>
    </p:embeddedFont>
    <p:embeddedFont>
      <p:font typeface="Source Sans Pro" panose="020B0503030403020204"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8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24FAA3-D6DF-4D25-A5B5-3A795844BDC6}" v="91" dt="2025-11-10T23:25:38.966"/>
  </p1510:revLst>
</p1510:revInfo>
</file>

<file path=ppt/tableStyles.xml><?xml version="1.0" encoding="utf-8"?>
<a:tblStyleLst xmlns:a="http://schemas.openxmlformats.org/drawingml/2006/main" def="{891A1956-3D7E-41C0-9DF7-105A978C6925}">
  <a:tblStyle styleId="{891A1956-3D7E-41C0-9DF7-105A978C6925}"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82E05BE-877C-40BA-BEE6-E4ECDAF45F91}"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92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customXml" Target="../customXml/item3.xml"/><Relationship Id="rId21" Type="http://schemas.openxmlformats.org/officeDocument/2006/relationships/font" Target="fonts/font5.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8.fntdata"/><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3.fntdata"/><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llynson Cassio Lana" userId="S::pf1356@fiap.com.br::12f870f0-249e-425b-ad43-e8cd7cb811f2" providerId="AD" clId="Web-{CC24FAA3-D6DF-4D25-A5B5-3A795844BDC6}"/>
    <pc:docChg chg="addSld modSld">
      <pc:chgData name="Hellynson Cassio Lana" userId="S::pf1356@fiap.com.br::12f870f0-249e-425b-ad43-e8cd7cb811f2" providerId="AD" clId="Web-{CC24FAA3-D6DF-4D25-A5B5-3A795844BDC6}" dt="2025-11-10T23:25:38.576" v="46" actId="20577"/>
      <pc:docMkLst>
        <pc:docMk/>
      </pc:docMkLst>
      <pc:sldChg chg="modSp add replId">
        <pc:chgData name="Hellynson Cassio Lana" userId="S::pf1356@fiap.com.br::12f870f0-249e-425b-ad43-e8cd7cb811f2" providerId="AD" clId="Web-{CC24FAA3-D6DF-4D25-A5B5-3A795844BDC6}" dt="2025-11-10T23:25:38.576" v="46" actId="20577"/>
        <pc:sldMkLst>
          <pc:docMk/>
          <pc:sldMk cId="1503728421" sldId="358"/>
        </pc:sldMkLst>
        <pc:spChg chg="mod">
          <ac:chgData name="Hellynson Cassio Lana" userId="S::pf1356@fiap.com.br::12f870f0-249e-425b-ad43-e8cd7cb811f2" providerId="AD" clId="Web-{CC24FAA3-D6DF-4D25-A5B5-3A795844BDC6}" dt="2025-11-10T23:25:38.576" v="46" actId="20577"/>
          <ac:spMkLst>
            <pc:docMk/>
            <pc:sldMk cId="1503728421" sldId="358"/>
            <ac:spMk id="5" creationId="{E56994AA-725E-183D-1794-CB008C8DCD88}"/>
          </ac:spMkLst>
        </pc:spChg>
        <pc:spChg chg="mod">
          <ac:chgData name="Hellynson Cassio Lana" userId="S::pf1356@fiap.com.br::12f870f0-249e-425b-ad43-e8cd7cb811f2" providerId="AD" clId="Web-{CC24FAA3-D6DF-4D25-A5B5-3A795844BDC6}" dt="2025-11-10T23:25:12.886" v="2" actId="20577"/>
          <ac:spMkLst>
            <pc:docMk/>
            <pc:sldMk cId="1503728421" sldId="358"/>
            <ac:spMk id="469" creationId="{9E917F17-6A26-5745-E39E-4B0EFCCC618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28866598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2232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cd566ac1d1_0_3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cd566ac1d1_0_3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71349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a:extLst>
            <a:ext uri="{FF2B5EF4-FFF2-40B4-BE49-F238E27FC236}">
              <a16:creationId xmlns:a16="http://schemas.microsoft.com/office/drawing/2014/main" id="{F81C0F06-0C60-EFB4-9C7B-F98749A2EDD6}"/>
            </a:ext>
          </a:extLst>
        </p:cNvPr>
        <p:cNvGrpSpPr/>
        <p:nvPr/>
      </p:nvGrpSpPr>
      <p:grpSpPr>
        <a:xfrm>
          <a:off x="0" y="0"/>
          <a:ext cx="0" cy="0"/>
          <a:chOff x="0" y="0"/>
          <a:chExt cx="0" cy="0"/>
        </a:xfrm>
      </p:grpSpPr>
      <p:sp>
        <p:nvSpPr>
          <p:cNvPr id="466" name="Google Shape;466;g3606f1c2d_30:notes">
            <a:extLst>
              <a:ext uri="{FF2B5EF4-FFF2-40B4-BE49-F238E27FC236}">
                <a16:creationId xmlns:a16="http://schemas.microsoft.com/office/drawing/2014/main" id="{D9FE17E7-9956-C0B5-E56B-C30635D8A9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3606f1c2d_30:notes">
            <a:extLst>
              <a:ext uri="{FF2B5EF4-FFF2-40B4-BE49-F238E27FC236}">
                <a16:creationId xmlns:a16="http://schemas.microsoft.com/office/drawing/2014/main" id="{E7EF87C4-78F9-9F45-4044-47256778AD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9309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a:extLst>
            <a:ext uri="{FF2B5EF4-FFF2-40B4-BE49-F238E27FC236}">
              <a16:creationId xmlns:a16="http://schemas.microsoft.com/office/drawing/2014/main" id="{FD8CDFD8-32C5-50AC-D123-2387A5E270B2}"/>
            </a:ext>
          </a:extLst>
        </p:cNvPr>
        <p:cNvGrpSpPr/>
        <p:nvPr/>
      </p:nvGrpSpPr>
      <p:grpSpPr>
        <a:xfrm>
          <a:off x="0" y="0"/>
          <a:ext cx="0" cy="0"/>
          <a:chOff x="0" y="0"/>
          <a:chExt cx="0" cy="0"/>
        </a:xfrm>
      </p:grpSpPr>
      <p:sp>
        <p:nvSpPr>
          <p:cNvPr id="466" name="Google Shape;466;g3606f1c2d_30:notes">
            <a:extLst>
              <a:ext uri="{FF2B5EF4-FFF2-40B4-BE49-F238E27FC236}">
                <a16:creationId xmlns:a16="http://schemas.microsoft.com/office/drawing/2014/main" id="{E59B1400-B486-EC0D-B586-AD5F2F8A16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3606f1c2d_30:notes">
            <a:extLst>
              <a:ext uri="{FF2B5EF4-FFF2-40B4-BE49-F238E27FC236}">
                <a16:creationId xmlns:a16="http://schemas.microsoft.com/office/drawing/2014/main" id="{8D62D71A-8749-625F-1D57-B6651CF5E8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4024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a:extLst>
            <a:ext uri="{FF2B5EF4-FFF2-40B4-BE49-F238E27FC236}">
              <a16:creationId xmlns:a16="http://schemas.microsoft.com/office/drawing/2014/main" id="{D6470B2D-DF49-4E67-588D-18268801AAB2}"/>
            </a:ext>
          </a:extLst>
        </p:cNvPr>
        <p:cNvGrpSpPr/>
        <p:nvPr/>
      </p:nvGrpSpPr>
      <p:grpSpPr>
        <a:xfrm>
          <a:off x="0" y="0"/>
          <a:ext cx="0" cy="0"/>
          <a:chOff x="0" y="0"/>
          <a:chExt cx="0" cy="0"/>
        </a:xfrm>
      </p:grpSpPr>
      <p:sp>
        <p:nvSpPr>
          <p:cNvPr id="466" name="Google Shape;466;g3606f1c2d_30:notes">
            <a:extLst>
              <a:ext uri="{FF2B5EF4-FFF2-40B4-BE49-F238E27FC236}">
                <a16:creationId xmlns:a16="http://schemas.microsoft.com/office/drawing/2014/main" id="{F486DA27-FDD0-EA06-A920-5B564479BD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3606f1c2d_30:notes">
            <a:extLst>
              <a:ext uri="{FF2B5EF4-FFF2-40B4-BE49-F238E27FC236}">
                <a16:creationId xmlns:a16="http://schemas.microsoft.com/office/drawing/2014/main" id="{A9BF2EAB-E73B-7094-517F-CF09115A3D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75647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a:extLst>
            <a:ext uri="{FF2B5EF4-FFF2-40B4-BE49-F238E27FC236}">
              <a16:creationId xmlns:a16="http://schemas.microsoft.com/office/drawing/2014/main" id="{2C257F15-82D1-1C94-9C0B-610EC3929EF2}"/>
            </a:ext>
          </a:extLst>
        </p:cNvPr>
        <p:cNvGrpSpPr/>
        <p:nvPr/>
      </p:nvGrpSpPr>
      <p:grpSpPr>
        <a:xfrm>
          <a:off x="0" y="0"/>
          <a:ext cx="0" cy="0"/>
          <a:chOff x="0" y="0"/>
          <a:chExt cx="0" cy="0"/>
        </a:xfrm>
      </p:grpSpPr>
      <p:sp>
        <p:nvSpPr>
          <p:cNvPr id="466" name="Google Shape;466;g3606f1c2d_30:notes">
            <a:extLst>
              <a:ext uri="{FF2B5EF4-FFF2-40B4-BE49-F238E27FC236}">
                <a16:creationId xmlns:a16="http://schemas.microsoft.com/office/drawing/2014/main" id="{88A5A93F-5CBD-0806-5F01-869DA6493E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3606f1c2d_30:notes">
            <a:extLst>
              <a:ext uri="{FF2B5EF4-FFF2-40B4-BE49-F238E27FC236}">
                <a16:creationId xmlns:a16="http://schemas.microsoft.com/office/drawing/2014/main" id="{F2C1328F-1125-2B9C-A23B-8860162673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3993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a:extLst>
            <a:ext uri="{FF2B5EF4-FFF2-40B4-BE49-F238E27FC236}">
              <a16:creationId xmlns:a16="http://schemas.microsoft.com/office/drawing/2014/main" id="{5FA029DC-83F5-0DF2-5066-2A9FB4D6344A}"/>
            </a:ext>
          </a:extLst>
        </p:cNvPr>
        <p:cNvGrpSpPr/>
        <p:nvPr/>
      </p:nvGrpSpPr>
      <p:grpSpPr>
        <a:xfrm>
          <a:off x="0" y="0"/>
          <a:ext cx="0" cy="0"/>
          <a:chOff x="0" y="0"/>
          <a:chExt cx="0" cy="0"/>
        </a:xfrm>
      </p:grpSpPr>
      <p:sp>
        <p:nvSpPr>
          <p:cNvPr id="466" name="Google Shape;466;g3606f1c2d_30:notes">
            <a:extLst>
              <a:ext uri="{FF2B5EF4-FFF2-40B4-BE49-F238E27FC236}">
                <a16:creationId xmlns:a16="http://schemas.microsoft.com/office/drawing/2014/main" id="{B8D03F54-E76D-D6DE-E102-7C7A7A5076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3606f1c2d_30:notes">
            <a:extLst>
              <a:ext uri="{FF2B5EF4-FFF2-40B4-BE49-F238E27FC236}">
                <a16:creationId xmlns:a16="http://schemas.microsoft.com/office/drawing/2014/main" id="{4D3EC27A-F00A-DFB4-66BC-CCE8EB0B1A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96385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a:extLst>
            <a:ext uri="{FF2B5EF4-FFF2-40B4-BE49-F238E27FC236}">
              <a16:creationId xmlns:a16="http://schemas.microsoft.com/office/drawing/2014/main" id="{B522FB59-810E-E442-151A-BB363013130F}"/>
            </a:ext>
          </a:extLst>
        </p:cNvPr>
        <p:cNvGrpSpPr/>
        <p:nvPr/>
      </p:nvGrpSpPr>
      <p:grpSpPr>
        <a:xfrm>
          <a:off x="0" y="0"/>
          <a:ext cx="0" cy="0"/>
          <a:chOff x="0" y="0"/>
          <a:chExt cx="0" cy="0"/>
        </a:xfrm>
      </p:grpSpPr>
      <p:sp>
        <p:nvSpPr>
          <p:cNvPr id="466" name="Google Shape;466;g3606f1c2d_30:notes">
            <a:extLst>
              <a:ext uri="{FF2B5EF4-FFF2-40B4-BE49-F238E27FC236}">
                <a16:creationId xmlns:a16="http://schemas.microsoft.com/office/drawing/2014/main" id="{84F60778-B42E-0985-2734-7043AA5C48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3606f1c2d_30:notes">
            <a:extLst>
              <a:ext uri="{FF2B5EF4-FFF2-40B4-BE49-F238E27FC236}">
                <a16:creationId xmlns:a16="http://schemas.microsoft.com/office/drawing/2014/main" id="{B8F29334-3F95-4708-89AC-492922D120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7206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a:extLst>
            <a:ext uri="{FF2B5EF4-FFF2-40B4-BE49-F238E27FC236}">
              <a16:creationId xmlns:a16="http://schemas.microsoft.com/office/drawing/2014/main" id="{B7BA60E8-118A-83C1-0A20-F2D81AE936B0}"/>
            </a:ext>
          </a:extLst>
        </p:cNvPr>
        <p:cNvGrpSpPr/>
        <p:nvPr/>
      </p:nvGrpSpPr>
      <p:grpSpPr>
        <a:xfrm>
          <a:off x="0" y="0"/>
          <a:ext cx="0" cy="0"/>
          <a:chOff x="0" y="0"/>
          <a:chExt cx="0" cy="0"/>
        </a:xfrm>
      </p:grpSpPr>
      <p:sp>
        <p:nvSpPr>
          <p:cNvPr id="466" name="Google Shape;466;g3606f1c2d_30:notes">
            <a:extLst>
              <a:ext uri="{FF2B5EF4-FFF2-40B4-BE49-F238E27FC236}">
                <a16:creationId xmlns:a16="http://schemas.microsoft.com/office/drawing/2014/main" id="{4701B599-3979-B07F-9B1F-9B5840B4B3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3606f1c2d_30:notes">
            <a:extLst>
              <a:ext uri="{FF2B5EF4-FFF2-40B4-BE49-F238E27FC236}">
                <a16:creationId xmlns:a16="http://schemas.microsoft.com/office/drawing/2014/main" id="{3DC08750-2B65-7668-93B8-6823F11972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7468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a:extLst>
            <a:ext uri="{FF2B5EF4-FFF2-40B4-BE49-F238E27FC236}">
              <a16:creationId xmlns:a16="http://schemas.microsoft.com/office/drawing/2014/main" id="{EF859849-7BDF-4B03-E167-792D21EF75E0}"/>
            </a:ext>
          </a:extLst>
        </p:cNvPr>
        <p:cNvGrpSpPr/>
        <p:nvPr/>
      </p:nvGrpSpPr>
      <p:grpSpPr>
        <a:xfrm>
          <a:off x="0" y="0"/>
          <a:ext cx="0" cy="0"/>
          <a:chOff x="0" y="0"/>
          <a:chExt cx="0" cy="0"/>
        </a:xfrm>
      </p:grpSpPr>
      <p:sp>
        <p:nvSpPr>
          <p:cNvPr id="466" name="Google Shape;466;g3606f1c2d_30:notes">
            <a:extLst>
              <a:ext uri="{FF2B5EF4-FFF2-40B4-BE49-F238E27FC236}">
                <a16:creationId xmlns:a16="http://schemas.microsoft.com/office/drawing/2014/main" id="{E8D36866-BC97-DC89-A974-0112E9CAFC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3606f1c2d_30:notes">
            <a:extLst>
              <a:ext uri="{FF2B5EF4-FFF2-40B4-BE49-F238E27FC236}">
                <a16:creationId xmlns:a16="http://schemas.microsoft.com/office/drawing/2014/main" id="{728579FF-EF39-7D52-4EC5-9F4C719740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37501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a:extLst>
            <a:ext uri="{FF2B5EF4-FFF2-40B4-BE49-F238E27FC236}">
              <a16:creationId xmlns:a16="http://schemas.microsoft.com/office/drawing/2014/main" id="{F5F0EA79-DD56-A27E-6595-C2832C941CC1}"/>
            </a:ext>
          </a:extLst>
        </p:cNvPr>
        <p:cNvGrpSpPr/>
        <p:nvPr/>
      </p:nvGrpSpPr>
      <p:grpSpPr>
        <a:xfrm>
          <a:off x="0" y="0"/>
          <a:ext cx="0" cy="0"/>
          <a:chOff x="0" y="0"/>
          <a:chExt cx="0" cy="0"/>
        </a:xfrm>
      </p:grpSpPr>
      <p:sp>
        <p:nvSpPr>
          <p:cNvPr id="466" name="Google Shape;466;g3606f1c2d_30:notes">
            <a:extLst>
              <a:ext uri="{FF2B5EF4-FFF2-40B4-BE49-F238E27FC236}">
                <a16:creationId xmlns:a16="http://schemas.microsoft.com/office/drawing/2014/main" id="{9FBA591D-1D92-40A9-55FF-1804ECB0C1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3606f1c2d_30:notes">
            <a:extLst>
              <a:ext uri="{FF2B5EF4-FFF2-40B4-BE49-F238E27FC236}">
                <a16:creationId xmlns:a16="http://schemas.microsoft.com/office/drawing/2014/main" id="{2F054EE7-2A7D-18EC-2F7B-644DE8C069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2838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33"/>
        <p:cNvGrpSpPr/>
        <p:nvPr/>
      </p:nvGrpSpPr>
      <p:grpSpPr>
        <a:xfrm>
          <a:off x="0" y="0"/>
          <a:ext cx="0" cy="0"/>
          <a:chOff x="0" y="0"/>
          <a:chExt cx="0" cy="0"/>
        </a:xfrm>
      </p:grpSpPr>
      <p:sp>
        <p:nvSpPr>
          <p:cNvPr id="34" name="Google Shape;34;p2"/>
          <p:cNvSpPr/>
          <p:nvPr/>
        </p:nvSpPr>
        <p:spPr>
          <a:xfrm>
            <a:off x="-26775" y="2008375"/>
            <a:ext cx="9210650" cy="3172625"/>
          </a:xfrm>
          <a:custGeom>
            <a:avLst/>
            <a:gdLst/>
            <a:ahLst/>
            <a:cxnLst/>
            <a:rect l="l" t="t" r="r" b="b"/>
            <a:pathLst>
              <a:path w="368426" h="126905" extrusionOk="0">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chemeClr val="accent5"/>
          </a:solidFill>
          <a:ln>
            <a:noFill/>
          </a:ln>
        </p:spPr>
        <p:txBody>
          <a:bodyPr/>
          <a:lstStyle/>
          <a:p>
            <a:endParaRPr lang="pt-BR"/>
          </a:p>
        </p:txBody>
      </p:sp>
      <p:sp>
        <p:nvSpPr>
          <p:cNvPr id="35" name="Google Shape;35;p2"/>
          <p:cNvSpPr/>
          <p:nvPr/>
        </p:nvSpPr>
        <p:spPr>
          <a:xfrm>
            <a:off x="-26775" y="2139700"/>
            <a:ext cx="9210650" cy="3041300"/>
          </a:xfrm>
          <a:custGeom>
            <a:avLst/>
            <a:gdLst/>
            <a:ahLst/>
            <a:cxnLst/>
            <a:rect l="l" t="t" r="r" b="b"/>
            <a:pathLst>
              <a:path w="368426" h="121652" extrusionOk="0">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00CEF6">
              <a:alpha val="73460"/>
            </a:srgbClr>
          </a:solidFill>
          <a:ln>
            <a:noFill/>
          </a:ln>
        </p:spPr>
        <p:txBody>
          <a:bodyPr/>
          <a:lstStyle/>
          <a:p>
            <a:endParaRPr lang="pt-BR"/>
          </a:p>
        </p:txBody>
      </p:sp>
      <p:sp>
        <p:nvSpPr>
          <p:cNvPr id="36" name="Google Shape;36;p2"/>
          <p:cNvSpPr/>
          <p:nvPr/>
        </p:nvSpPr>
        <p:spPr>
          <a:xfrm rot="8100000">
            <a:off x="1847981" y="1814569"/>
            <a:ext cx="122612" cy="122612"/>
          </a:xfrm>
          <a:prstGeom prst="teardrop">
            <a:avLst>
              <a:gd name="adj" fmla="val 10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rot="8100000">
            <a:off x="6038981" y="2098419"/>
            <a:ext cx="122612" cy="122612"/>
          </a:xfrm>
          <a:prstGeom prst="teardrop">
            <a:avLst>
              <a:gd name="adj" fmla="val 100000"/>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rot="8100000">
            <a:off x="7181981" y="2131769"/>
            <a:ext cx="122612" cy="122612"/>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2"/>
          <p:cNvGrpSpPr/>
          <p:nvPr/>
        </p:nvGrpSpPr>
        <p:grpSpPr>
          <a:xfrm>
            <a:off x="-9525" y="2024075"/>
            <a:ext cx="9167825" cy="595300"/>
            <a:chOff x="-9525" y="4462475"/>
            <a:chExt cx="9167825" cy="595300"/>
          </a:xfrm>
        </p:grpSpPr>
        <p:sp>
          <p:nvSpPr>
            <p:cNvPr id="40" name="Google Shape;40;p2"/>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chemeClr val="accent2"/>
              </a:solidFill>
              <a:prstDash val="solid"/>
              <a:round/>
              <a:headEnd type="none" w="med" len="med"/>
              <a:tailEnd type="none" w="med" len="med"/>
            </a:ln>
          </p:spPr>
          <p:txBody>
            <a:bodyPr/>
            <a:lstStyle/>
            <a:p>
              <a:endParaRPr lang="pt-BR"/>
            </a:p>
          </p:txBody>
        </p:sp>
        <p:sp>
          <p:nvSpPr>
            <p:cNvPr id="41" name="Google Shape;41;p2"/>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chemeClr val="accent2"/>
              </a:solidFill>
              <a:prstDash val="solid"/>
              <a:round/>
              <a:headEnd type="none" w="med" len="med"/>
              <a:tailEnd type="none" w="med" len="med"/>
            </a:ln>
          </p:spPr>
          <p:txBody>
            <a:bodyPr/>
            <a:lstStyle/>
            <a:p>
              <a:endParaRPr lang="pt-BR"/>
            </a:p>
          </p:txBody>
        </p:sp>
        <p:sp>
          <p:nvSpPr>
            <p:cNvPr id="42" name="Google Shape;42;p2"/>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chemeClr val="accent2"/>
              </a:solidFill>
              <a:prstDash val="solid"/>
              <a:round/>
              <a:headEnd type="none" w="med" len="med"/>
              <a:tailEnd type="none" w="med" len="med"/>
            </a:ln>
          </p:spPr>
          <p:txBody>
            <a:bodyPr/>
            <a:lstStyle/>
            <a:p>
              <a:endParaRPr lang="pt-BR"/>
            </a:p>
          </p:txBody>
        </p:sp>
      </p:grpSp>
      <p:grpSp>
        <p:nvGrpSpPr>
          <p:cNvPr id="43" name="Google Shape;43;p2"/>
          <p:cNvGrpSpPr/>
          <p:nvPr/>
        </p:nvGrpSpPr>
        <p:grpSpPr>
          <a:xfrm>
            <a:off x="-42837" y="2005088"/>
            <a:ext cx="9229575" cy="642787"/>
            <a:chOff x="-42837" y="4443488"/>
            <a:chExt cx="9229575" cy="642787"/>
          </a:xfrm>
        </p:grpSpPr>
        <p:sp>
          <p:nvSpPr>
            <p:cNvPr id="44" name="Google Shape;44;p2"/>
            <p:cNvSpPr/>
            <p:nvPr/>
          </p:nvSpPr>
          <p:spPr>
            <a:xfrm>
              <a:off x="1114450" y="49006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1495450" y="502927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733450" y="497212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352450" y="49626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42837" y="46054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1876450" y="48340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2257450" y="482925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2638450" y="454826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3019450" y="46149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3400450" y="46149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3781450" y="49483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4162450" y="49483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4543450" y="466732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4924450" y="45435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5305450" y="47721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5686450" y="47721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6067450" y="48483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6448450" y="47292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6829450" y="50245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7210450" y="50245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7591450" y="44434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7972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8353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8734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9129738" y="486735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 name="Google Shape;69;p2"/>
          <p:cNvSpPr/>
          <p:nvPr/>
        </p:nvSpPr>
        <p:spPr>
          <a:xfrm>
            <a:off x="2990700" y="2147800"/>
            <a:ext cx="114600" cy="1146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1085700" y="2433550"/>
            <a:ext cx="114600" cy="1146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4895700" y="2077632"/>
            <a:ext cx="114600" cy="1146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8100000">
            <a:off x="8699949" y="1890769"/>
            <a:ext cx="122612" cy="122612"/>
          </a:xfrm>
          <a:prstGeom prst="teardrop">
            <a:avLst>
              <a:gd name="adj" fmla="val 100000"/>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txBox="1">
            <a:spLocks noGrp="1"/>
          </p:cNvSpPr>
          <p:nvPr>
            <p:ph type="ctrTitle"/>
          </p:nvPr>
        </p:nvSpPr>
        <p:spPr>
          <a:xfrm>
            <a:off x="2847975" y="3363425"/>
            <a:ext cx="5610300" cy="1159800"/>
          </a:xfrm>
          <a:prstGeom prst="rect">
            <a:avLst/>
          </a:prstGeom>
        </p:spPr>
        <p:txBody>
          <a:bodyPr spcFirstLastPara="1" wrap="square" lIns="91425" tIns="91425" rIns="91425" bIns="91425" anchor="ctr" anchorCtr="0">
            <a:noAutofit/>
          </a:bodyPr>
          <a:lstStyle>
            <a:lvl1pPr lvl="0" algn="r">
              <a:spcBef>
                <a:spcPts val="0"/>
              </a:spcBef>
              <a:spcAft>
                <a:spcPts val="0"/>
              </a:spcAft>
              <a:buClr>
                <a:srgbClr val="FFFFFF"/>
              </a:buClr>
              <a:buSzPts val="4800"/>
              <a:buNone/>
              <a:defRPr sz="4800">
                <a:solidFill>
                  <a:srgbClr val="FFFFFF"/>
                </a:solidFill>
              </a:defRPr>
            </a:lvl1pPr>
            <a:lvl2pPr lvl="1" algn="r">
              <a:spcBef>
                <a:spcPts val="0"/>
              </a:spcBef>
              <a:spcAft>
                <a:spcPts val="0"/>
              </a:spcAft>
              <a:buClr>
                <a:srgbClr val="FFFFFF"/>
              </a:buClr>
              <a:buSzPts val="4800"/>
              <a:buNone/>
              <a:defRPr sz="4800">
                <a:solidFill>
                  <a:srgbClr val="FFFFFF"/>
                </a:solidFill>
              </a:defRPr>
            </a:lvl2pPr>
            <a:lvl3pPr lvl="2" algn="r">
              <a:spcBef>
                <a:spcPts val="0"/>
              </a:spcBef>
              <a:spcAft>
                <a:spcPts val="0"/>
              </a:spcAft>
              <a:buClr>
                <a:srgbClr val="FFFFFF"/>
              </a:buClr>
              <a:buSzPts val="4800"/>
              <a:buNone/>
              <a:defRPr sz="4800">
                <a:solidFill>
                  <a:srgbClr val="FFFFFF"/>
                </a:solidFill>
              </a:defRPr>
            </a:lvl3pPr>
            <a:lvl4pPr lvl="3" algn="r">
              <a:spcBef>
                <a:spcPts val="0"/>
              </a:spcBef>
              <a:spcAft>
                <a:spcPts val="0"/>
              </a:spcAft>
              <a:buClr>
                <a:srgbClr val="FFFFFF"/>
              </a:buClr>
              <a:buSzPts val="4800"/>
              <a:buNone/>
              <a:defRPr sz="4800">
                <a:solidFill>
                  <a:srgbClr val="FFFFFF"/>
                </a:solidFill>
              </a:defRPr>
            </a:lvl4pPr>
            <a:lvl5pPr lvl="4" algn="r">
              <a:spcBef>
                <a:spcPts val="0"/>
              </a:spcBef>
              <a:spcAft>
                <a:spcPts val="0"/>
              </a:spcAft>
              <a:buClr>
                <a:srgbClr val="FFFFFF"/>
              </a:buClr>
              <a:buSzPts val="4800"/>
              <a:buNone/>
              <a:defRPr sz="4800">
                <a:solidFill>
                  <a:srgbClr val="FFFFFF"/>
                </a:solidFill>
              </a:defRPr>
            </a:lvl5pPr>
            <a:lvl6pPr lvl="5" algn="r">
              <a:spcBef>
                <a:spcPts val="0"/>
              </a:spcBef>
              <a:spcAft>
                <a:spcPts val="0"/>
              </a:spcAft>
              <a:buClr>
                <a:srgbClr val="FFFFFF"/>
              </a:buClr>
              <a:buSzPts val="4800"/>
              <a:buNone/>
              <a:defRPr sz="4800">
                <a:solidFill>
                  <a:srgbClr val="FFFFFF"/>
                </a:solidFill>
              </a:defRPr>
            </a:lvl6pPr>
            <a:lvl7pPr lvl="6" algn="r">
              <a:spcBef>
                <a:spcPts val="0"/>
              </a:spcBef>
              <a:spcAft>
                <a:spcPts val="0"/>
              </a:spcAft>
              <a:buClr>
                <a:srgbClr val="FFFFFF"/>
              </a:buClr>
              <a:buSzPts val="4800"/>
              <a:buNone/>
              <a:defRPr sz="4800">
                <a:solidFill>
                  <a:srgbClr val="FFFFFF"/>
                </a:solidFill>
              </a:defRPr>
            </a:lvl7pPr>
            <a:lvl8pPr lvl="7" algn="r">
              <a:spcBef>
                <a:spcPts val="0"/>
              </a:spcBef>
              <a:spcAft>
                <a:spcPts val="0"/>
              </a:spcAft>
              <a:buClr>
                <a:srgbClr val="FFFFFF"/>
              </a:buClr>
              <a:buSzPts val="4800"/>
              <a:buNone/>
              <a:defRPr sz="4800">
                <a:solidFill>
                  <a:srgbClr val="FFFFFF"/>
                </a:solidFill>
              </a:defRPr>
            </a:lvl8pPr>
            <a:lvl9pPr lvl="8" algn="r">
              <a:spcBef>
                <a:spcPts val="0"/>
              </a:spcBef>
              <a:spcAft>
                <a:spcPts val="0"/>
              </a:spcAft>
              <a:buClr>
                <a:srgbClr val="FFFFFF"/>
              </a:buClr>
              <a:buSzPts val="4800"/>
              <a:buNone/>
              <a:defRPr sz="4800">
                <a:solidFill>
                  <a:srgbClr val="FFFFFF"/>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74"/>
        <p:cNvGrpSpPr/>
        <p:nvPr/>
      </p:nvGrpSpPr>
      <p:grpSpPr>
        <a:xfrm>
          <a:off x="0" y="0"/>
          <a:ext cx="0" cy="0"/>
          <a:chOff x="0" y="0"/>
          <a:chExt cx="0" cy="0"/>
        </a:xfrm>
      </p:grpSpPr>
      <p:sp>
        <p:nvSpPr>
          <p:cNvPr id="75" name="Google Shape;75;p3"/>
          <p:cNvSpPr/>
          <p:nvPr/>
        </p:nvSpPr>
        <p:spPr>
          <a:xfrm>
            <a:off x="-26775" y="2008375"/>
            <a:ext cx="9210650" cy="3172625"/>
          </a:xfrm>
          <a:custGeom>
            <a:avLst/>
            <a:gdLst/>
            <a:ahLst/>
            <a:cxnLst/>
            <a:rect l="l" t="t" r="r" b="b"/>
            <a:pathLst>
              <a:path w="368426" h="126905" extrusionOk="0">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chemeClr val="accent5"/>
          </a:solidFill>
          <a:ln>
            <a:noFill/>
          </a:ln>
        </p:spPr>
      </p:sp>
      <p:sp>
        <p:nvSpPr>
          <p:cNvPr id="76" name="Google Shape;76;p3"/>
          <p:cNvSpPr/>
          <p:nvPr/>
        </p:nvSpPr>
        <p:spPr>
          <a:xfrm>
            <a:off x="-26775" y="2139700"/>
            <a:ext cx="9210650" cy="3041300"/>
          </a:xfrm>
          <a:custGeom>
            <a:avLst/>
            <a:gdLst/>
            <a:ahLst/>
            <a:cxnLst/>
            <a:rect l="l" t="t" r="r" b="b"/>
            <a:pathLst>
              <a:path w="368426" h="121652" extrusionOk="0">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00CEF6">
              <a:alpha val="73460"/>
            </a:srgbClr>
          </a:solidFill>
          <a:ln>
            <a:noFill/>
          </a:ln>
        </p:spPr>
      </p:sp>
      <p:sp>
        <p:nvSpPr>
          <p:cNvPr id="77" name="Google Shape;77;p3"/>
          <p:cNvSpPr/>
          <p:nvPr/>
        </p:nvSpPr>
        <p:spPr>
          <a:xfrm rot="8100000">
            <a:off x="1847981" y="1814569"/>
            <a:ext cx="122612" cy="122612"/>
          </a:xfrm>
          <a:prstGeom prst="teardrop">
            <a:avLst>
              <a:gd name="adj" fmla="val 10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rot="8100000">
            <a:off x="6038981" y="2098419"/>
            <a:ext cx="122612" cy="122612"/>
          </a:xfrm>
          <a:prstGeom prst="teardrop">
            <a:avLst>
              <a:gd name="adj" fmla="val 100000"/>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rot="8100000">
            <a:off x="7181981" y="2131769"/>
            <a:ext cx="122612" cy="122612"/>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3"/>
          <p:cNvGrpSpPr/>
          <p:nvPr/>
        </p:nvGrpSpPr>
        <p:grpSpPr>
          <a:xfrm>
            <a:off x="-9525" y="2024075"/>
            <a:ext cx="9167825" cy="595300"/>
            <a:chOff x="-9525" y="4462475"/>
            <a:chExt cx="9167825" cy="595300"/>
          </a:xfrm>
        </p:grpSpPr>
        <p:sp>
          <p:nvSpPr>
            <p:cNvPr id="81" name="Google Shape;81;p3"/>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82" name="Google Shape;82;p3"/>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83" name="Google Shape;83;p3"/>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grpSp>
        <p:nvGrpSpPr>
          <p:cNvPr id="84" name="Google Shape;84;p3"/>
          <p:cNvGrpSpPr/>
          <p:nvPr/>
        </p:nvGrpSpPr>
        <p:grpSpPr>
          <a:xfrm>
            <a:off x="-42837" y="2005088"/>
            <a:ext cx="9229575" cy="642787"/>
            <a:chOff x="-42837" y="4443488"/>
            <a:chExt cx="9229575" cy="642787"/>
          </a:xfrm>
        </p:grpSpPr>
        <p:sp>
          <p:nvSpPr>
            <p:cNvPr id="85" name="Google Shape;85;p3"/>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3"/>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3"/>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3"/>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3"/>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3"/>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3"/>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3"/>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3"/>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3"/>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 name="Google Shape;110;p3"/>
          <p:cNvSpPr/>
          <p:nvPr/>
        </p:nvSpPr>
        <p:spPr>
          <a:xfrm>
            <a:off x="2990700" y="21478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1085700" y="24335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a:off x="4895700" y="20776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rot="8100000">
            <a:off x="8699949" y="1890769"/>
            <a:ext cx="122612" cy="122612"/>
          </a:xfrm>
          <a:prstGeom prst="teardrop">
            <a:avLst>
              <a:gd name="adj" fmla="val 100000"/>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txBox="1">
            <a:spLocks noGrp="1"/>
          </p:cNvSpPr>
          <p:nvPr>
            <p:ph type="ctrTitle"/>
          </p:nvPr>
        </p:nvSpPr>
        <p:spPr>
          <a:xfrm>
            <a:off x="2309350" y="3031150"/>
            <a:ext cx="5214600" cy="11598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FFFFFF"/>
              </a:buClr>
              <a:buSzPts val="3600"/>
              <a:buNone/>
              <a:defRPr sz="3600">
                <a:solidFill>
                  <a:srgbClr val="FFFFFF"/>
                </a:solidFill>
              </a:defRPr>
            </a:lvl1pPr>
            <a:lvl2pPr lvl="1" algn="r" rtl="0">
              <a:spcBef>
                <a:spcPts val="0"/>
              </a:spcBef>
              <a:spcAft>
                <a:spcPts val="0"/>
              </a:spcAft>
              <a:buClr>
                <a:srgbClr val="FFFFFF"/>
              </a:buClr>
              <a:buSzPts val="3600"/>
              <a:buNone/>
              <a:defRPr sz="3600">
                <a:solidFill>
                  <a:srgbClr val="FFFFFF"/>
                </a:solidFill>
              </a:defRPr>
            </a:lvl2pPr>
            <a:lvl3pPr lvl="2" algn="r" rtl="0">
              <a:spcBef>
                <a:spcPts val="0"/>
              </a:spcBef>
              <a:spcAft>
                <a:spcPts val="0"/>
              </a:spcAft>
              <a:buClr>
                <a:srgbClr val="FFFFFF"/>
              </a:buClr>
              <a:buSzPts val="3600"/>
              <a:buNone/>
              <a:defRPr sz="3600">
                <a:solidFill>
                  <a:srgbClr val="FFFFFF"/>
                </a:solidFill>
              </a:defRPr>
            </a:lvl3pPr>
            <a:lvl4pPr lvl="3" algn="r" rtl="0">
              <a:spcBef>
                <a:spcPts val="0"/>
              </a:spcBef>
              <a:spcAft>
                <a:spcPts val="0"/>
              </a:spcAft>
              <a:buClr>
                <a:srgbClr val="FFFFFF"/>
              </a:buClr>
              <a:buSzPts val="3600"/>
              <a:buNone/>
              <a:defRPr sz="3600">
                <a:solidFill>
                  <a:srgbClr val="FFFFFF"/>
                </a:solidFill>
              </a:defRPr>
            </a:lvl4pPr>
            <a:lvl5pPr lvl="4" algn="r" rtl="0">
              <a:spcBef>
                <a:spcPts val="0"/>
              </a:spcBef>
              <a:spcAft>
                <a:spcPts val="0"/>
              </a:spcAft>
              <a:buClr>
                <a:srgbClr val="FFFFFF"/>
              </a:buClr>
              <a:buSzPts val="3600"/>
              <a:buNone/>
              <a:defRPr sz="3600">
                <a:solidFill>
                  <a:srgbClr val="FFFFFF"/>
                </a:solidFill>
              </a:defRPr>
            </a:lvl5pPr>
            <a:lvl6pPr lvl="5" algn="r" rtl="0">
              <a:spcBef>
                <a:spcPts val="0"/>
              </a:spcBef>
              <a:spcAft>
                <a:spcPts val="0"/>
              </a:spcAft>
              <a:buClr>
                <a:srgbClr val="FFFFFF"/>
              </a:buClr>
              <a:buSzPts val="3600"/>
              <a:buNone/>
              <a:defRPr sz="3600">
                <a:solidFill>
                  <a:srgbClr val="FFFFFF"/>
                </a:solidFill>
              </a:defRPr>
            </a:lvl6pPr>
            <a:lvl7pPr lvl="6" algn="r" rtl="0">
              <a:spcBef>
                <a:spcPts val="0"/>
              </a:spcBef>
              <a:spcAft>
                <a:spcPts val="0"/>
              </a:spcAft>
              <a:buClr>
                <a:srgbClr val="FFFFFF"/>
              </a:buClr>
              <a:buSzPts val="3600"/>
              <a:buNone/>
              <a:defRPr sz="3600">
                <a:solidFill>
                  <a:srgbClr val="FFFFFF"/>
                </a:solidFill>
              </a:defRPr>
            </a:lvl7pPr>
            <a:lvl8pPr lvl="7" algn="r" rtl="0">
              <a:spcBef>
                <a:spcPts val="0"/>
              </a:spcBef>
              <a:spcAft>
                <a:spcPts val="0"/>
              </a:spcAft>
              <a:buClr>
                <a:srgbClr val="FFFFFF"/>
              </a:buClr>
              <a:buSzPts val="3600"/>
              <a:buNone/>
              <a:defRPr sz="3600">
                <a:solidFill>
                  <a:srgbClr val="FFFFFF"/>
                </a:solidFill>
              </a:defRPr>
            </a:lvl8pPr>
            <a:lvl9pPr lvl="8" algn="r" rtl="0">
              <a:spcBef>
                <a:spcPts val="0"/>
              </a:spcBef>
              <a:spcAft>
                <a:spcPts val="0"/>
              </a:spcAft>
              <a:buClr>
                <a:srgbClr val="FFFFFF"/>
              </a:buClr>
              <a:buSzPts val="3600"/>
              <a:buNone/>
              <a:defRPr sz="3600">
                <a:solidFill>
                  <a:srgbClr val="FFFFFF"/>
                </a:solidFill>
              </a:defRPr>
            </a:lvl9pPr>
          </a:lstStyle>
          <a:p>
            <a:endParaRPr/>
          </a:p>
        </p:txBody>
      </p:sp>
      <p:sp>
        <p:nvSpPr>
          <p:cNvPr id="115" name="Google Shape;115;p3"/>
          <p:cNvSpPr txBox="1">
            <a:spLocks noGrp="1"/>
          </p:cNvSpPr>
          <p:nvPr>
            <p:ph type="subTitle" idx="1"/>
          </p:nvPr>
        </p:nvSpPr>
        <p:spPr>
          <a:xfrm>
            <a:off x="2309441" y="4059250"/>
            <a:ext cx="5214600" cy="784800"/>
          </a:xfrm>
          <a:prstGeom prst="rect">
            <a:avLst/>
          </a:prstGeom>
        </p:spPr>
        <p:txBody>
          <a:bodyPr spcFirstLastPara="1" wrap="square" lIns="91425" tIns="91425" rIns="91425" bIns="91425" anchor="t" anchorCtr="0">
            <a:noAutofit/>
          </a:bodyPr>
          <a:lstStyle>
            <a:lvl1pPr lvl="0" algn="r" rtl="0">
              <a:spcBef>
                <a:spcPts val="0"/>
              </a:spcBef>
              <a:spcAft>
                <a:spcPts val="0"/>
              </a:spcAft>
              <a:buClr>
                <a:srgbClr val="FFFFFF"/>
              </a:buClr>
              <a:buSzPts val="2000"/>
              <a:buNone/>
              <a:defRPr>
                <a:solidFill>
                  <a:srgbClr val="FFFFFF"/>
                </a:solidFill>
              </a:defRPr>
            </a:lvl1pPr>
            <a:lvl2pPr lvl="1" algn="r" rtl="0">
              <a:spcBef>
                <a:spcPts val="0"/>
              </a:spcBef>
              <a:spcAft>
                <a:spcPts val="0"/>
              </a:spcAft>
              <a:buClr>
                <a:srgbClr val="FFFFFF"/>
              </a:buClr>
              <a:buSzPts val="3000"/>
              <a:buNone/>
              <a:defRPr sz="3000">
                <a:solidFill>
                  <a:srgbClr val="FFFFFF"/>
                </a:solidFill>
              </a:defRPr>
            </a:lvl2pPr>
            <a:lvl3pPr lvl="2" algn="r" rtl="0">
              <a:spcBef>
                <a:spcPts val="0"/>
              </a:spcBef>
              <a:spcAft>
                <a:spcPts val="0"/>
              </a:spcAft>
              <a:buClr>
                <a:srgbClr val="FFFFFF"/>
              </a:buClr>
              <a:buSzPts val="3000"/>
              <a:buNone/>
              <a:defRPr sz="3000">
                <a:solidFill>
                  <a:srgbClr val="FFFFFF"/>
                </a:solidFill>
              </a:defRPr>
            </a:lvl3pPr>
            <a:lvl4pPr lvl="3" algn="r" rtl="0">
              <a:spcBef>
                <a:spcPts val="0"/>
              </a:spcBef>
              <a:spcAft>
                <a:spcPts val="0"/>
              </a:spcAft>
              <a:buClr>
                <a:srgbClr val="FFFFFF"/>
              </a:buClr>
              <a:buSzPts val="3000"/>
              <a:buNone/>
              <a:defRPr sz="3000">
                <a:solidFill>
                  <a:srgbClr val="FFFFFF"/>
                </a:solidFill>
              </a:defRPr>
            </a:lvl4pPr>
            <a:lvl5pPr lvl="4" algn="r" rtl="0">
              <a:spcBef>
                <a:spcPts val="0"/>
              </a:spcBef>
              <a:spcAft>
                <a:spcPts val="0"/>
              </a:spcAft>
              <a:buClr>
                <a:srgbClr val="FFFFFF"/>
              </a:buClr>
              <a:buSzPts val="3000"/>
              <a:buNone/>
              <a:defRPr sz="3000">
                <a:solidFill>
                  <a:srgbClr val="FFFFFF"/>
                </a:solidFill>
              </a:defRPr>
            </a:lvl5pPr>
            <a:lvl6pPr lvl="5" algn="r" rtl="0">
              <a:spcBef>
                <a:spcPts val="0"/>
              </a:spcBef>
              <a:spcAft>
                <a:spcPts val="0"/>
              </a:spcAft>
              <a:buClr>
                <a:srgbClr val="FFFFFF"/>
              </a:buClr>
              <a:buSzPts val="3000"/>
              <a:buNone/>
              <a:defRPr sz="3000">
                <a:solidFill>
                  <a:srgbClr val="FFFFFF"/>
                </a:solidFill>
              </a:defRPr>
            </a:lvl6pPr>
            <a:lvl7pPr lvl="6" algn="r" rtl="0">
              <a:spcBef>
                <a:spcPts val="0"/>
              </a:spcBef>
              <a:spcAft>
                <a:spcPts val="0"/>
              </a:spcAft>
              <a:buClr>
                <a:srgbClr val="FFFFFF"/>
              </a:buClr>
              <a:buSzPts val="3000"/>
              <a:buNone/>
              <a:defRPr sz="3000">
                <a:solidFill>
                  <a:srgbClr val="FFFFFF"/>
                </a:solidFill>
              </a:defRPr>
            </a:lvl7pPr>
            <a:lvl8pPr lvl="7" algn="r" rtl="0">
              <a:spcBef>
                <a:spcPts val="0"/>
              </a:spcBef>
              <a:spcAft>
                <a:spcPts val="0"/>
              </a:spcAft>
              <a:buClr>
                <a:srgbClr val="FFFFFF"/>
              </a:buClr>
              <a:buSzPts val="3000"/>
              <a:buNone/>
              <a:defRPr sz="3000">
                <a:solidFill>
                  <a:srgbClr val="FFFFFF"/>
                </a:solidFill>
              </a:defRPr>
            </a:lvl8pPr>
            <a:lvl9pPr lvl="8" algn="r" rtl="0">
              <a:spcBef>
                <a:spcPts val="0"/>
              </a:spcBef>
              <a:spcAft>
                <a:spcPts val="0"/>
              </a:spcAft>
              <a:buClr>
                <a:srgbClr val="FFFFFF"/>
              </a:buClr>
              <a:buSzPts val="3000"/>
              <a:buNone/>
              <a:defRPr sz="3000">
                <a:solidFill>
                  <a:srgbClr val="FFFFFF"/>
                </a:solidFill>
              </a:defRPr>
            </a:lvl9pPr>
          </a:lstStyle>
          <a:p>
            <a:endParaRPr/>
          </a:p>
        </p:txBody>
      </p:sp>
      <p:sp>
        <p:nvSpPr>
          <p:cNvPr id="116" name="Google Shape;116;p3"/>
          <p:cNvSpPr txBox="1">
            <a:spLocks noGrp="1"/>
          </p:cNvSpPr>
          <p:nvPr>
            <p:ph type="sldNum" idx="12"/>
          </p:nvPr>
        </p:nvSpPr>
        <p:spPr>
          <a:xfrm>
            <a:off x="8556775" y="4826200"/>
            <a:ext cx="548700" cy="3174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203"/>
        <p:cNvGrpSpPr/>
        <p:nvPr/>
      </p:nvGrpSpPr>
      <p:grpSpPr>
        <a:xfrm>
          <a:off x="0" y="0"/>
          <a:ext cx="0" cy="0"/>
          <a:chOff x="0" y="0"/>
          <a:chExt cx="0" cy="0"/>
        </a:xfrm>
      </p:grpSpPr>
      <p:sp>
        <p:nvSpPr>
          <p:cNvPr id="204" name="Google Shape;204;p6"/>
          <p:cNvSpPr/>
          <p:nvPr/>
        </p:nvSpPr>
        <p:spPr>
          <a:xfrm>
            <a:off x="-28575" y="4446775"/>
            <a:ext cx="9191625" cy="712478"/>
          </a:xfrm>
          <a:custGeom>
            <a:avLst/>
            <a:gdLst/>
            <a:ahLst/>
            <a:cxnLst/>
            <a:rect l="l" t="t" r="r" b="b"/>
            <a:pathLst>
              <a:path w="367665" h="41339" extrusionOk="0">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chemeClr val="accent5"/>
          </a:solidFill>
          <a:ln>
            <a:noFill/>
          </a:ln>
        </p:spPr>
      </p:sp>
      <p:sp>
        <p:nvSpPr>
          <p:cNvPr id="205" name="Google Shape;205;p6"/>
          <p:cNvSpPr/>
          <p:nvPr/>
        </p:nvSpPr>
        <p:spPr>
          <a:xfrm>
            <a:off x="-28575" y="4578111"/>
            <a:ext cx="9191625" cy="584439"/>
          </a:xfrm>
          <a:custGeom>
            <a:avLst/>
            <a:gdLst/>
            <a:ahLst/>
            <a:cxnLst/>
            <a:rect l="l" t="t" r="r" b="b"/>
            <a:pathLst>
              <a:path w="367665" h="33910" extrusionOk="0">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00CEF6">
              <a:alpha val="73460"/>
            </a:srgbClr>
          </a:solidFill>
          <a:ln>
            <a:noFill/>
          </a:ln>
        </p:spPr>
      </p:sp>
      <p:sp>
        <p:nvSpPr>
          <p:cNvPr id="206" name="Google Shape;206;p6"/>
          <p:cNvSpPr/>
          <p:nvPr/>
        </p:nvSpPr>
        <p:spPr>
          <a:xfrm rot="8100000">
            <a:off x="1847981" y="4252969"/>
            <a:ext cx="122612" cy="122612"/>
          </a:xfrm>
          <a:prstGeom prst="teardrop">
            <a:avLst>
              <a:gd name="adj" fmla="val 10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6"/>
          <p:cNvSpPr/>
          <p:nvPr/>
        </p:nvSpPr>
        <p:spPr>
          <a:xfrm rot="8100000">
            <a:off x="6038981" y="4536819"/>
            <a:ext cx="122612" cy="122612"/>
          </a:xfrm>
          <a:prstGeom prst="teardrop">
            <a:avLst>
              <a:gd name="adj" fmla="val 100000"/>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6"/>
          <p:cNvSpPr/>
          <p:nvPr/>
        </p:nvSpPr>
        <p:spPr>
          <a:xfrm rot="8100000">
            <a:off x="7181981" y="4570169"/>
            <a:ext cx="122612" cy="122612"/>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9" name="Google Shape;209;p6"/>
          <p:cNvGrpSpPr/>
          <p:nvPr/>
        </p:nvGrpSpPr>
        <p:grpSpPr>
          <a:xfrm>
            <a:off x="-9525" y="4462475"/>
            <a:ext cx="9167825" cy="595300"/>
            <a:chOff x="-9525" y="4462475"/>
            <a:chExt cx="9167825" cy="595300"/>
          </a:xfrm>
        </p:grpSpPr>
        <p:sp>
          <p:nvSpPr>
            <p:cNvPr id="210" name="Google Shape;210;p6"/>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chemeClr val="accent2"/>
              </a:solidFill>
              <a:prstDash val="solid"/>
              <a:round/>
              <a:headEnd type="none" w="med" len="med"/>
              <a:tailEnd type="none" w="med" len="med"/>
            </a:ln>
          </p:spPr>
        </p:sp>
        <p:sp>
          <p:nvSpPr>
            <p:cNvPr id="211" name="Google Shape;211;p6"/>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chemeClr val="accent2"/>
              </a:solidFill>
              <a:prstDash val="solid"/>
              <a:round/>
              <a:headEnd type="none" w="med" len="med"/>
              <a:tailEnd type="none" w="med" len="med"/>
            </a:ln>
          </p:spPr>
        </p:sp>
        <p:sp>
          <p:nvSpPr>
            <p:cNvPr id="212" name="Google Shape;212;p6"/>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chemeClr val="accent2"/>
              </a:solidFill>
              <a:prstDash val="solid"/>
              <a:round/>
              <a:headEnd type="none" w="med" len="med"/>
              <a:tailEnd type="none" w="med" len="med"/>
            </a:ln>
          </p:spPr>
        </p:sp>
      </p:grpSp>
      <p:grpSp>
        <p:nvGrpSpPr>
          <p:cNvPr id="213" name="Google Shape;213;p6"/>
          <p:cNvGrpSpPr/>
          <p:nvPr/>
        </p:nvGrpSpPr>
        <p:grpSpPr>
          <a:xfrm>
            <a:off x="-42837" y="4443488"/>
            <a:ext cx="9229575" cy="642788"/>
            <a:chOff x="-42837" y="4443488"/>
            <a:chExt cx="9229575" cy="642788"/>
          </a:xfrm>
        </p:grpSpPr>
        <p:sp>
          <p:nvSpPr>
            <p:cNvPr id="214" name="Google Shape;214;p6"/>
            <p:cNvSpPr/>
            <p:nvPr/>
          </p:nvSpPr>
          <p:spPr>
            <a:xfrm>
              <a:off x="1114450" y="49006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6"/>
            <p:cNvSpPr/>
            <p:nvPr/>
          </p:nvSpPr>
          <p:spPr>
            <a:xfrm>
              <a:off x="1495450" y="502927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6"/>
            <p:cNvSpPr/>
            <p:nvPr/>
          </p:nvSpPr>
          <p:spPr>
            <a:xfrm>
              <a:off x="733450" y="497212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6"/>
            <p:cNvSpPr/>
            <p:nvPr/>
          </p:nvSpPr>
          <p:spPr>
            <a:xfrm>
              <a:off x="352450" y="49626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6"/>
            <p:cNvSpPr/>
            <p:nvPr/>
          </p:nvSpPr>
          <p:spPr>
            <a:xfrm>
              <a:off x="-42837" y="46054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6"/>
            <p:cNvSpPr/>
            <p:nvPr/>
          </p:nvSpPr>
          <p:spPr>
            <a:xfrm>
              <a:off x="1876450" y="48340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6"/>
            <p:cNvSpPr/>
            <p:nvPr/>
          </p:nvSpPr>
          <p:spPr>
            <a:xfrm>
              <a:off x="2257450" y="482925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6"/>
            <p:cNvSpPr/>
            <p:nvPr/>
          </p:nvSpPr>
          <p:spPr>
            <a:xfrm>
              <a:off x="2638450" y="454826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6"/>
            <p:cNvSpPr/>
            <p:nvPr/>
          </p:nvSpPr>
          <p:spPr>
            <a:xfrm>
              <a:off x="3019450" y="46149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6"/>
            <p:cNvSpPr/>
            <p:nvPr/>
          </p:nvSpPr>
          <p:spPr>
            <a:xfrm>
              <a:off x="3400450" y="46149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6"/>
            <p:cNvSpPr/>
            <p:nvPr/>
          </p:nvSpPr>
          <p:spPr>
            <a:xfrm>
              <a:off x="3781450" y="49483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6"/>
            <p:cNvSpPr/>
            <p:nvPr/>
          </p:nvSpPr>
          <p:spPr>
            <a:xfrm>
              <a:off x="4162450" y="49483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6"/>
            <p:cNvSpPr/>
            <p:nvPr/>
          </p:nvSpPr>
          <p:spPr>
            <a:xfrm>
              <a:off x="4543450" y="466732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6"/>
            <p:cNvSpPr/>
            <p:nvPr/>
          </p:nvSpPr>
          <p:spPr>
            <a:xfrm>
              <a:off x="4924450" y="45435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6"/>
            <p:cNvSpPr/>
            <p:nvPr/>
          </p:nvSpPr>
          <p:spPr>
            <a:xfrm>
              <a:off x="5305450" y="47721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6"/>
            <p:cNvSpPr/>
            <p:nvPr/>
          </p:nvSpPr>
          <p:spPr>
            <a:xfrm>
              <a:off x="5686450" y="47721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6"/>
            <p:cNvSpPr/>
            <p:nvPr/>
          </p:nvSpPr>
          <p:spPr>
            <a:xfrm>
              <a:off x="6067450" y="48483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6"/>
            <p:cNvSpPr/>
            <p:nvPr/>
          </p:nvSpPr>
          <p:spPr>
            <a:xfrm>
              <a:off x="6448450" y="47292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6"/>
            <p:cNvSpPr/>
            <p:nvPr/>
          </p:nvSpPr>
          <p:spPr>
            <a:xfrm>
              <a:off x="6829450" y="50245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6"/>
            <p:cNvSpPr/>
            <p:nvPr/>
          </p:nvSpPr>
          <p:spPr>
            <a:xfrm>
              <a:off x="7210450" y="50245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6"/>
            <p:cNvSpPr/>
            <p:nvPr/>
          </p:nvSpPr>
          <p:spPr>
            <a:xfrm>
              <a:off x="7591450" y="44434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6"/>
            <p:cNvSpPr/>
            <p:nvPr/>
          </p:nvSpPr>
          <p:spPr>
            <a:xfrm>
              <a:off x="7972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6"/>
            <p:cNvSpPr/>
            <p:nvPr/>
          </p:nvSpPr>
          <p:spPr>
            <a:xfrm>
              <a:off x="8353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6"/>
            <p:cNvSpPr/>
            <p:nvPr/>
          </p:nvSpPr>
          <p:spPr>
            <a:xfrm>
              <a:off x="8734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6"/>
            <p:cNvSpPr/>
            <p:nvPr/>
          </p:nvSpPr>
          <p:spPr>
            <a:xfrm>
              <a:off x="9129738" y="486735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9" name="Google Shape;239;p6"/>
          <p:cNvSpPr/>
          <p:nvPr/>
        </p:nvSpPr>
        <p:spPr>
          <a:xfrm>
            <a:off x="2990700" y="4586200"/>
            <a:ext cx="114600" cy="1146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6"/>
          <p:cNvSpPr/>
          <p:nvPr/>
        </p:nvSpPr>
        <p:spPr>
          <a:xfrm>
            <a:off x="1085700" y="4871950"/>
            <a:ext cx="114600" cy="1146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6"/>
          <p:cNvSpPr/>
          <p:nvPr/>
        </p:nvSpPr>
        <p:spPr>
          <a:xfrm>
            <a:off x="4895700" y="4516032"/>
            <a:ext cx="114600" cy="1146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6"/>
          <p:cNvSpPr/>
          <p:nvPr/>
        </p:nvSpPr>
        <p:spPr>
          <a:xfrm rot="8100000">
            <a:off x="8699949" y="4329169"/>
            <a:ext cx="122612" cy="122612"/>
          </a:xfrm>
          <a:prstGeom prst="teardrop">
            <a:avLst>
              <a:gd name="adj" fmla="val 100000"/>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6"/>
          <p:cNvSpPr txBox="1">
            <a:spLocks noGrp="1"/>
          </p:cNvSpPr>
          <p:nvPr>
            <p:ph type="title"/>
          </p:nvPr>
        </p:nvSpPr>
        <p:spPr>
          <a:xfrm>
            <a:off x="1047750" y="634125"/>
            <a:ext cx="6996600" cy="7158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244" name="Google Shape;244;p6"/>
          <p:cNvSpPr txBox="1">
            <a:spLocks noGrp="1"/>
          </p:cNvSpPr>
          <p:nvPr>
            <p:ph type="body" idx="1"/>
          </p:nvPr>
        </p:nvSpPr>
        <p:spPr>
          <a:xfrm>
            <a:off x="1131500" y="1552950"/>
            <a:ext cx="3339900" cy="26658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45" name="Google Shape;245;p6"/>
          <p:cNvSpPr txBox="1">
            <a:spLocks noGrp="1"/>
          </p:cNvSpPr>
          <p:nvPr>
            <p:ph type="body" idx="2"/>
          </p:nvPr>
        </p:nvSpPr>
        <p:spPr>
          <a:xfrm>
            <a:off x="4672563" y="1552950"/>
            <a:ext cx="3339900" cy="26658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46" name="Google Shape;246;p6"/>
          <p:cNvSpPr txBox="1">
            <a:spLocks noGrp="1"/>
          </p:cNvSpPr>
          <p:nvPr>
            <p:ph type="sldNum" idx="12"/>
          </p:nvPr>
        </p:nvSpPr>
        <p:spPr>
          <a:xfrm>
            <a:off x="8556775" y="4826200"/>
            <a:ext cx="548700" cy="3174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Ref idx="1001">
        <a:schemeClr val="bg1"/>
      </p:bgRef>
    </p:bg>
    <p:spTree>
      <p:nvGrpSpPr>
        <p:cNvPr id="1" name="Shape 5"/>
        <p:cNvGrpSpPr/>
        <p:nvPr/>
      </p:nvGrpSpPr>
      <p:grpSpPr>
        <a:xfrm>
          <a:off x="0" y="0"/>
          <a:ext cx="0" cy="0"/>
          <a:chOff x="0" y="0"/>
          <a:chExt cx="0" cy="0"/>
        </a:xfrm>
      </p:grpSpPr>
      <p:grpSp>
        <p:nvGrpSpPr>
          <p:cNvPr id="6" name="Google Shape;6;p1"/>
          <p:cNvGrpSpPr/>
          <p:nvPr/>
        </p:nvGrpSpPr>
        <p:grpSpPr>
          <a:xfrm>
            <a:off x="381000" y="7"/>
            <a:ext cx="8382000" cy="5162348"/>
            <a:chOff x="381000" y="-18750"/>
            <a:chExt cx="8382000" cy="5181000"/>
          </a:xfrm>
        </p:grpSpPr>
        <p:cxnSp>
          <p:nvCxnSpPr>
            <p:cNvPr id="7" name="Google Shape;7;p1"/>
            <p:cNvCxnSpPr/>
            <p:nvPr/>
          </p:nvCxnSpPr>
          <p:spPr>
            <a:xfrm>
              <a:off x="762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8" name="Google Shape;8;p1"/>
            <p:cNvCxnSpPr/>
            <p:nvPr/>
          </p:nvCxnSpPr>
          <p:spPr>
            <a:xfrm>
              <a:off x="1524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9" name="Google Shape;9;p1"/>
            <p:cNvCxnSpPr/>
            <p:nvPr/>
          </p:nvCxnSpPr>
          <p:spPr>
            <a:xfrm>
              <a:off x="2286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10" name="Google Shape;10;p1"/>
            <p:cNvCxnSpPr/>
            <p:nvPr/>
          </p:nvCxnSpPr>
          <p:spPr>
            <a:xfrm>
              <a:off x="3048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11" name="Google Shape;11;p1"/>
            <p:cNvCxnSpPr/>
            <p:nvPr/>
          </p:nvCxnSpPr>
          <p:spPr>
            <a:xfrm>
              <a:off x="3810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12" name="Google Shape;12;p1"/>
            <p:cNvCxnSpPr/>
            <p:nvPr/>
          </p:nvCxnSpPr>
          <p:spPr>
            <a:xfrm>
              <a:off x="4572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13" name="Google Shape;13;p1"/>
            <p:cNvCxnSpPr/>
            <p:nvPr/>
          </p:nvCxnSpPr>
          <p:spPr>
            <a:xfrm>
              <a:off x="5334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14" name="Google Shape;14;p1"/>
            <p:cNvCxnSpPr/>
            <p:nvPr/>
          </p:nvCxnSpPr>
          <p:spPr>
            <a:xfrm>
              <a:off x="6096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15" name="Google Shape;15;p1"/>
            <p:cNvCxnSpPr/>
            <p:nvPr/>
          </p:nvCxnSpPr>
          <p:spPr>
            <a:xfrm>
              <a:off x="6858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16" name="Google Shape;16;p1"/>
            <p:cNvCxnSpPr/>
            <p:nvPr/>
          </p:nvCxnSpPr>
          <p:spPr>
            <a:xfrm>
              <a:off x="7620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17" name="Google Shape;17;p1"/>
            <p:cNvCxnSpPr/>
            <p:nvPr/>
          </p:nvCxnSpPr>
          <p:spPr>
            <a:xfrm>
              <a:off x="8382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18" name="Google Shape;18;p1"/>
            <p:cNvCxnSpPr/>
            <p:nvPr/>
          </p:nvCxnSpPr>
          <p:spPr>
            <a:xfrm>
              <a:off x="381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19" name="Google Shape;19;p1"/>
            <p:cNvCxnSpPr/>
            <p:nvPr/>
          </p:nvCxnSpPr>
          <p:spPr>
            <a:xfrm>
              <a:off x="1143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0" name="Google Shape;20;p1"/>
            <p:cNvCxnSpPr/>
            <p:nvPr/>
          </p:nvCxnSpPr>
          <p:spPr>
            <a:xfrm>
              <a:off x="1905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1" name="Google Shape;21;p1"/>
            <p:cNvCxnSpPr/>
            <p:nvPr/>
          </p:nvCxnSpPr>
          <p:spPr>
            <a:xfrm>
              <a:off x="2667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2" name="Google Shape;22;p1"/>
            <p:cNvCxnSpPr/>
            <p:nvPr/>
          </p:nvCxnSpPr>
          <p:spPr>
            <a:xfrm>
              <a:off x="3429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3" name="Google Shape;23;p1"/>
            <p:cNvCxnSpPr/>
            <p:nvPr/>
          </p:nvCxnSpPr>
          <p:spPr>
            <a:xfrm>
              <a:off x="4191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4" name="Google Shape;24;p1"/>
            <p:cNvCxnSpPr/>
            <p:nvPr/>
          </p:nvCxnSpPr>
          <p:spPr>
            <a:xfrm>
              <a:off x="4953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5" name="Google Shape;25;p1"/>
            <p:cNvCxnSpPr/>
            <p:nvPr/>
          </p:nvCxnSpPr>
          <p:spPr>
            <a:xfrm>
              <a:off x="5715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6" name="Google Shape;26;p1"/>
            <p:cNvCxnSpPr/>
            <p:nvPr/>
          </p:nvCxnSpPr>
          <p:spPr>
            <a:xfrm>
              <a:off x="6477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7" name="Google Shape;27;p1"/>
            <p:cNvCxnSpPr/>
            <p:nvPr/>
          </p:nvCxnSpPr>
          <p:spPr>
            <a:xfrm>
              <a:off x="7239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8" name="Google Shape;28;p1"/>
            <p:cNvCxnSpPr/>
            <p:nvPr/>
          </p:nvCxnSpPr>
          <p:spPr>
            <a:xfrm>
              <a:off x="8001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9" name="Google Shape;29;p1"/>
            <p:cNvCxnSpPr/>
            <p:nvPr/>
          </p:nvCxnSpPr>
          <p:spPr>
            <a:xfrm>
              <a:off x="8763000" y="-18750"/>
              <a:ext cx="0" cy="5181000"/>
            </a:xfrm>
            <a:prstGeom prst="straightConnector1">
              <a:avLst/>
            </a:prstGeom>
            <a:noFill/>
            <a:ln w="9525" cap="flat" cmpd="sng">
              <a:solidFill>
                <a:srgbClr val="F3F3F3"/>
              </a:solidFill>
              <a:prstDash val="dash"/>
              <a:round/>
              <a:headEnd type="none" w="med" len="med"/>
              <a:tailEnd type="none" w="med" len="med"/>
            </a:ln>
          </p:spPr>
        </p:cxnSp>
      </p:grpSp>
      <p:sp>
        <p:nvSpPr>
          <p:cNvPr id="30" name="Google Shape;30;p1"/>
          <p:cNvSpPr txBox="1">
            <a:spLocks noGrp="1"/>
          </p:cNvSpPr>
          <p:nvPr>
            <p:ph type="title"/>
          </p:nvPr>
        </p:nvSpPr>
        <p:spPr>
          <a:xfrm>
            <a:off x="1047750" y="634125"/>
            <a:ext cx="6996600" cy="7158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Clr>
                <a:schemeClr val="accent1"/>
              </a:buClr>
              <a:buSzPts val="2000"/>
              <a:buFont typeface="Oswald"/>
              <a:buNone/>
              <a:defRPr sz="2000" b="1">
                <a:solidFill>
                  <a:schemeClr val="accent1"/>
                </a:solidFill>
                <a:latin typeface="Oswald"/>
                <a:ea typeface="Oswald"/>
                <a:cs typeface="Oswald"/>
                <a:sym typeface="Oswald"/>
              </a:defRPr>
            </a:lvl1pPr>
            <a:lvl2pPr lvl="1" algn="ctr">
              <a:spcBef>
                <a:spcPts val="0"/>
              </a:spcBef>
              <a:spcAft>
                <a:spcPts val="0"/>
              </a:spcAft>
              <a:buClr>
                <a:schemeClr val="accent1"/>
              </a:buClr>
              <a:buSzPts val="2000"/>
              <a:buFont typeface="Oswald"/>
              <a:buNone/>
              <a:defRPr sz="2000" b="1">
                <a:solidFill>
                  <a:schemeClr val="accent1"/>
                </a:solidFill>
                <a:latin typeface="Oswald"/>
                <a:ea typeface="Oswald"/>
                <a:cs typeface="Oswald"/>
                <a:sym typeface="Oswald"/>
              </a:defRPr>
            </a:lvl2pPr>
            <a:lvl3pPr lvl="2" algn="ctr">
              <a:spcBef>
                <a:spcPts val="0"/>
              </a:spcBef>
              <a:spcAft>
                <a:spcPts val="0"/>
              </a:spcAft>
              <a:buClr>
                <a:schemeClr val="accent1"/>
              </a:buClr>
              <a:buSzPts val="2000"/>
              <a:buFont typeface="Oswald"/>
              <a:buNone/>
              <a:defRPr sz="2000" b="1">
                <a:solidFill>
                  <a:schemeClr val="accent1"/>
                </a:solidFill>
                <a:latin typeface="Oswald"/>
                <a:ea typeface="Oswald"/>
                <a:cs typeface="Oswald"/>
                <a:sym typeface="Oswald"/>
              </a:defRPr>
            </a:lvl3pPr>
            <a:lvl4pPr lvl="3" algn="ctr">
              <a:spcBef>
                <a:spcPts val="0"/>
              </a:spcBef>
              <a:spcAft>
                <a:spcPts val="0"/>
              </a:spcAft>
              <a:buClr>
                <a:schemeClr val="accent1"/>
              </a:buClr>
              <a:buSzPts val="2000"/>
              <a:buFont typeface="Oswald"/>
              <a:buNone/>
              <a:defRPr sz="2000" b="1">
                <a:solidFill>
                  <a:schemeClr val="accent1"/>
                </a:solidFill>
                <a:latin typeface="Oswald"/>
                <a:ea typeface="Oswald"/>
                <a:cs typeface="Oswald"/>
                <a:sym typeface="Oswald"/>
              </a:defRPr>
            </a:lvl4pPr>
            <a:lvl5pPr lvl="4" algn="ctr">
              <a:spcBef>
                <a:spcPts val="0"/>
              </a:spcBef>
              <a:spcAft>
                <a:spcPts val="0"/>
              </a:spcAft>
              <a:buClr>
                <a:schemeClr val="accent1"/>
              </a:buClr>
              <a:buSzPts val="2000"/>
              <a:buFont typeface="Oswald"/>
              <a:buNone/>
              <a:defRPr sz="2000" b="1">
                <a:solidFill>
                  <a:schemeClr val="accent1"/>
                </a:solidFill>
                <a:latin typeface="Oswald"/>
                <a:ea typeface="Oswald"/>
                <a:cs typeface="Oswald"/>
                <a:sym typeface="Oswald"/>
              </a:defRPr>
            </a:lvl5pPr>
            <a:lvl6pPr lvl="5" algn="ctr">
              <a:spcBef>
                <a:spcPts val="0"/>
              </a:spcBef>
              <a:spcAft>
                <a:spcPts val="0"/>
              </a:spcAft>
              <a:buClr>
                <a:schemeClr val="accent1"/>
              </a:buClr>
              <a:buSzPts val="2000"/>
              <a:buFont typeface="Oswald"/>
              <a:buNone/>
              <a:defRPr sz="2000" b="1">
                <a:solidFill>
                  <a:schemeClr val="accent1"/>
                </a:solidFill>
                <a:latin typeface="Oswald"/>
                <a:ea typeface="Oswald"/>
                <a:cs typeface="Oswald"/>
                <a:sym typeface="Oswald"/>
              </a:defRPr>
            </a:lvl6pPr>
            <a:lvl7pPr lvl="6" algn="ctr">
              <a:spcBef>
                <a:spcPts val="0"/>
              </a:spcBef>
              <a:spcAft>
                <a:spcPts val="0"/>
              </a:spcAft>
              <a:buClr>
                <a:schemeClr val="accent1"/>
              </a:buClr>
              <a:buSzPts val="2000"/>
              <a:buFont typeface="Oswald"/>
              <a:buNone/>
              <a:defRPr sz="2000" b="1">
                <a:solidFill>
                  <a:schemeClr val="accent1"/>
                </a:solidFill>
                <a:latin typeface="Oswald"/>
                <a:ea typeface="Oswald"/>
                <a:cs typeface="Oswald"/>
                <a:sym typeface="Oswald"/>
              </a:defRPr>
            </a:lvl7pPr>
            <a:lvl8pPr lvl="7" algn="ctr">
              <a:spcBef>
                <a:spcPts val="0"/>
              </a:spcBef>
              <a:spcAft>
                <a:spcPts val="0"/>
              </a:spcAft>
              <a:buClr>
                <a:schemeClr val="accent1"/>
              </a:buClr>
              <a:buSzPts val="2000"/>
              <a:buFont typeface="Oswald"/>
              <a:buNone/>
              <a:defRPr sz="2000" b="1">
                <a:solidFill>
                  <a:schemeClr val="accent1"/>
                </a:solidFill>
                <a:latin typeface="Oswald"/>
                <a:ea typeface="Oswald"/>
                <a:cs typeface="Oswald"/>
                <a:sym typeface="Oswald"/>
              </a:defRPr>
            </a:lvl8pPr>
            <a:lvl9pPr lvl="8" algn="ctr">
              <a:spcBef>
                <a:spcPts val="0"/>
              </a:spcBef>
              <a:spcAft>
                <a:spcPts val="0"/>
              </a:spcAft>
              <a:buClr>
                <a:schemeClr val="accent1"/>
              </a:buClr>
              <a:buSzPts val="2000"/>
              <a:buFont typeface="Oswald"/>
              <a:buNone/>
              <a:defRPr sz="2000" b="1">
                <a:solidFill>
                  <a:schemeClr val="accent1"/>
                </a:solidFill>
                <a:latin typeface="Oswald"/>
                <a:ea typeface="Oswald"/>
                <a:cs typeface="Oswald"/>
                <a:sym typeface="Oswald"/>
              </a:defRPr>
            </a:lvl9pPr>
          </a:lstStyle>
          <a:p>
            <a:endParaRPr/>
          </a:p>
        </p:txBody>
      </p:sp>
      <p:sp>
        <p:nvSpPr>
          <p:cNvPr id="31" name="Google Shape;31;p1"/>
          <p:cNvSpPr txBox="1">
            <a:spLocks noGrp="1"/>
          </p:cNvSpPr>
          <p:nvPr>
            <p:ph type="body" idx="1"/>
          </p:nvPr>
        </p:nvSpPr>
        <p:spPr>
          <a:xfrm>
            <a:off x="1075850" y="1540175"/>
            <a:ext cx="6996600" cy="1922100"/>
          </a:xfrm>
          <a:prstGeom prst="rect">
            <a:avLst/>
          </a:prstGeom>
          <a:noFill/>
          <a:ln>
            <a:noFill/>
          </a:ln>
        </p:spPr>
        <p:txBody>
          <a:bodyPr spcFirstLastPara="1" wrap="square" lIns="91425" tIns="91425" rIns="91425" bIns="91425" anchor="t" anchorCtr="0">
            <a:noAutofit/>
          </a:bodyPr>
          <a:lstStyle>
            <a:lvl1pPr marL="457200" lvl="0" indent="-355600">
              <a:spcBef>
                <a:spcPts val="600"/>
              </a:spcBef>
              <a:spcAft>
                <a:spcPts val="0"/>
              </a:spcAft>
              <a:buClr>
                <a:schemeClr val="dk1"/>
              </a:buClr>
              <a:buSzPts val="2000"/>
              <a:buFont typeface="Source Sans Pro"/>
              <a:buChar char="◉"/>
              <a:defRPr sz="2000">
                <a:solidFill>
                  <a:schemeClr val="dk1"/>
                </a:solidFill>
                <a:latin typeface="Source Sans Pro"/>
                <a:ea typeface="Source Sans Pro"/>
                <a:cs typeface="Source Sans Pro"/>
                <a:sym typeface="Source Sans Pro"/>
              </a:defRPr>
            </a:lvl1pPr>
            <a:lvl2pPr marL="914400" lvl="1"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2pPr>
            <a:lvl3pPr marL="1371600" lvl="2"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3pPr>
            <a:lvl4pPr marL="1828800" lvl="3"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4pPr>
            <a:lvl5pPr marL="2286000" lvl="4"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5pPr>
            <a:lvl6pPr marL="2743200" lvl="5"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6pPr>
            <a:lvl7pPr marL="3200400" lvl="6"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7pPr>
            <a:lvl8pPr marL="3657600" lvl="7"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8pPr>
            <a:lvl9pPr marL="4114800" lvl="8"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9pPr>
          </a:lstStyle>
          <a:p>
            <a:endParaRPr/>
          </a:p>
        </p:txBody>
      </p:sp>
      <p:sp>
        <p:nvSpPr>
          <p:cNvPr id="32" name="Google Shape;32;p1"/>
          <p:cNvSpPr txBox="1">
            <a:spLocks noGrp="1"/>
          </p:cNvSpPr>
          <p:nvPr>
            <p:ph type="sldNum" idx="12"/>
          </p:nvPr>
        </p:nvSpPr>
        <p:spPr>
          <a:xfrm>
            <a:off x="8556775" y="4826200"/>
            <a:ext cx="548700" cy="317400"/>
          </a:xfrm>
          <a:prstGeom prst="rect">
            <a:avLst/>
          </a:prstGeom>
          <a:noFill/>
          <a:ln>
            <a:noFill/>
          </a:ln>
        </p:spPr>
        <p:txBody>
          <a:bodyPr spcFirstLastPara="1" wrap="square" lIns="91425" tIns="91425" rIns="91425" bIns="91425" anchor="t" anchorCtr="0">
            <a:noAutofit/>
          </a:bodyPr>
          <a:lstStyle>
            <a:lvl1pPr lvl="0" algn="r">
              <a:buNone/>
              <a:defRPr sz="1000">
                <a:solidFill>
                  <a:srgbClr val="FFFFFF"/>
                </a:solidFill>
                <a:latin typeface="Oswald"/>
                <a:ea typeface="Oswald"/>
                <a:cs typeface="Oswald"/>
                <a:sym typeface="Oswald"/>
              </a:defRPr>
            </a:lvl1pPr>
            <a:lvl2pPr lvl="1" algn="r">
              <a:buNone/>
              <a:defRPr sz="1000">
                <a:solidFill>
                  <a:srgbClr val="FFFFFF"/>
                </a:solidFill>
                <a:latin typeface="Oswald"/>
                <a:ea typeface="Oswald"/>
                <a:cs typeface="Oswald"/>
                <a:sym typeface="Oswald"/>
              </a:defRPr>
            </a:lvl2pPr>
            <a:lvl3pPr lvl="2" algn="r">
              <a:buNone/>
              <a:defRPr sz="1000">
                <a:solidFill>
                  <a:srgbClr val="FFFFFF"/>
                </a:solidFill>
                <a:latin typeface="Oswald"/>
                <a:ea typeface="Oswald"/>
                <a:cs typeface="Oswald"/>
                <a:sym typeface="Oswald"/>
              </a:defRPr>
            </a:lvl3pPr>
            <a:lvl4pPr lvl="3" algn="r">
              <a:buNone/>
              <a:defRPr sz="1000">
                <a:solidFill>
                  <a:srgbClr val="FFFFFF"/>
                </a:solidFill>
                <a:latin typeface="Oswald"/>
                <a:ea typeface="Oswald"/>
                <a:cs typeface="Oswald"/>
                <a:sym typeface="Oswald"/>
              </a:defRPr>
            </a:lvl4pPr>
            <a:lvl5pPr lvl="4" algn="r">
              <a:buNone/>
              <a:defRPr sz="1000">
                <a:solidFill>
                  <a:srgbClr val="FFFFFF"/>
                </a:solidFill>
                <a:latin typeface="Oswald"/>
                <a:ea typeface="Oswald"/>
                <a:cs typeface="Oswald"/>
                <a:sym typeface="Oswald"/>
              </a:defRPr>
            </a:lvl5pPr>
            <a:lvl6pPr lvl="5" algn="r">
              <a:buNone/>
              <a:defRPr sz="1000">
                <a:solidFill>
                  <a:srgbClr val="FFFFFF"/>
                </a:solidFill>
                <a:latin typeface="Oswald"/>
                <a:ea typeface="Oswald"/>
                <a:cs typeface="Oswald"/>
                <a:sym typeface="Oswald"/>
              </a:defRPr>
            </a:lvl6pPr>
            <a:lvl7pPr lvl="6" algn="r">
              <a:buNone/>
              <a:defRPr sz="1000">
                <a:solidFill>
                  <a:srgbClr val="FFFFFF"/>
                </a:solidFill>
                <a:latin typeface="Oswald"/>
                <a:ea typeface="Oswald"/>
                <a:cs typeface="Oswald"/>
                <a:sym typeface="Oswald"/>
              </a:defRPr>
            </a:lvl7pPr>
            <a:lvl8pPr lvl="7" algn="r">
              <a:buNone/>
              <a:defRPr sz="1000">
                <a:solidFill>
                  <a:srgbClr val="FFFFFF"/>
                </a:solidFill>
                <a:latin typeface="Oswald"/>
                <a:ea typeface="Oswald"/>
                <a:cs typeface="Oswald"/>
                <a:sym typeface="Oswald"/>
              </a:defRPr>
            </a:lvl8pPr>
            <a:lvl9pPr lvl="8" algn="r">
              <a:buNone/>
              <a:defRPr sz="1000">
                <a:solidFill>
                  <a:srgbClr val="FFFFFF"/>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
              <a:t>‹#›</a:t>
            </a:fld>
            <a:endParaRPr/>
          </a:p>
        </p:txBody>
      </p:sp>
    </p:spTree>
  </p:cSld>
  <p:clrMap bg1="lt1" tx1="dk1" bg2="lt2" tx2="dk2" accent1="accent1" accent2="accent2" accent3="accent3" accent4="accent4" accent5="accent5" accent6="accent6" hlink="hlink" folHlink="folHlink"/>
  <p:sldLayoutIdLst>
    <p:sldLayoutId id="2147483648" r:id="rId1"/>
    <p:sldLayoutId id="2147483649" r:id="rId2"/>
    <p:sldLayoutId id="2147483652"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13"/>
          <p:cNvSpPr txBox="1">
            <a:spLocks noGrp="1"/>
          </p:cNvSpPr>
          <p:nvPr>
            <p:ph type="ctrTitle"/>
          </p:nvPr>
        </p:nvSpPr>
        <p:spPr>
          <a:xfrm>
            <a:off x="-179150" y="1874520"/>
            <a:ext cx="9323150" cy="3268980"/>
          </a:xfrm>
          <a:prstGeom prst="rect">
            <a:avLst/>
          </a:prstGeom>
        </p:spPr>
        <p:txBody>
          <a:bodyPr spcFirstLastPara="1" wrap="square" lIns="91425" tIns="91425" rIns="91425" bIns="91425" anchor="ctr" anchorCtr="0">
            <a:noAutofit/>
          </a:bodyPr>
          <a:lstStyle/>
          <a:p>
            <a:r>
              <a:rPr lang="en-US" dirty="0">
                <a:solidFill>
                  <a:schemeClr val="tx1"/>
                </a:solidFill>
              </a:rPr>
              <a:t>GLOBAL SOLUTION 2026.1</a:t>
            </a:r>
            <a:br>
              <a:rPr lang="en-US" dirty="0">
                <a:solidFill>
                  <a:schemeClr val="tx1"/>
                </a:solidFill>
              </a:rPr>
            </a:br>
            <a:r>
              <a:rPr lang="en-US" dirty="0">
                <a:solidFill>
                  <a:schemeClr val="tx1"/>
                </a:solidFill>
              </a:rPr>
              <a:t>DATA SCIENCE </a:t>
            </a:r>
            <a:br>
              <a:rPr lang="en-US" dirty="0">
                <a:solidFill>
                  <a:schemeClr val="tx1"/>
                </a:solidFill>
              </a:rPr>
            </a:br>
            <a:r>
              <a:rPr lang="en-US" sz="2400" dirty="0">
                <a:solidFill>
                  <a:schemeClr val="tx1"/>
                </a:solidFill>
              </a:rPr>
              <a:t>AI, ANALYTICS, CLOUD &amp; DATA PLATFORMS</a:t>
            </a:r>
            <a:endParaRPr sz="2400" dirty="0">
              <a:solidFill>
                <a:schemeClr val="tx1"/>
              </a:solidFill>
            </a:endParaRPr>
          </a:p>
        </p:txBody>
      </p:sp>
      <p:pic>
        <p:nvPicPr>
          <p:cNvPr id="1026" name="Picture 2" descr="06-parceiros-logo-fiap | Sunsetti">
            <a:extLst>
              <a:ext uri="{FF2B5EF4-FFF2-40B4-BE49-F238E27FC236}">
                <a16:creationId xmlns:a16="http://schemas.microsoft.com/office/drawing/2014/main" id="{5A6708C6-E0C5-2961-0BF2-74B32068C9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3989" y="0"/>
            <a:ext cx="1090011" cy="7248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38"/>
          <p:cNvSpPr txBox="1">
            <a:spLocks noGrp="1"/>
          </p:cNvSpPr>
          <p:nvPr>
            <p:ph type="ctrTitle"/>
          </p:nvPr>
        </p:nvSpPr>
        <p:spPr>
          <a:xfrm>
            <a:off x="283701" y="362442"/>
            <a:ext cx="5214600" cy="1159800"/>
          </a:xfrm>
          <a:prstGeom prst="rect">
            <a:avLst/>
          </a:prstGeom>
        </p:spPr>
        <p:txBody>
          <a:bodyPr spcFirstLastPara="1" wrap="square" lIns="91425" tIns="91425" rIns="91425" bIns="91425" anchor="b" anchorCtr="0">
            <a:noAutofit/>
          </a:bodyPr>
          <a:lstStyle/>
          <a:p>
            <a:pPr algn="l"/>
            <a:r>
              <a:rPr lang="pt-BR" dirty="0">
                <a:solidFill>
                  <a:schemeClr val="tx1">
                    <a:lumMod val="60000"/>
                    <a:lumOff val="40000"/>
                  </a:schemeClr>
                </a:solidFill>
              </a:rPr>
              <a:t>NOME DO PROJETO</a:t>
            </a:r>
            <a:br>
              <a:rPr lang="pt-BR" dirty="0">
                <a:solidFill>
                  <a:schemeClr val="tx1">
                    <a:lumMod val="60000"/>
                    <a:lumOff val="40000"/>
                  </a:schemeClr>
                </a:solidFill>
              </a:rPr>
            </a:br>
            <a:r>
              <a:rPr lang="pt-BR" sz="1200" b="0" i="0" dirty="0">
                <a:solidFill>
                  <a:srgbClr val="000000"/>
                </a:solidFill>
                <a:effectLst/>
                <a:latin typeface="Calibri" panose="020F0502020204030204" pitchFamily="34" charset="0"/>
              </a:rPr>
              <a:t>Um nome envolvente e atraente pode aumentar o interesse e o engajamento da equipe da empresa parceira e demais partes interessadas. Caso consiga criar um logotipo, será muito bem-vindo, pois esse tipo de entrega promove o engajamento e geralmente tem destaque em um ambiente competitivo.</a:t>
            </a:r>
            <a:endParaRPr sz="1200" dirty="0">
              <a:solidFill>
                <a:schemeClr val="tx1">
                  <a:lumMod val="60000"/>
                  <a:lumOff val="40000"/>
                </a:schemeClr>
              </a:solidFill>
            </a:endParaRPr>
          </a:p>
        </p:txBody>
      </p:sp>
      <p:sp>
        <p:nvSpPr>
          <p:cNvPr id="742" name="Google Shape;742;p38"/>
          <p:cNvSpPr txBox="1">
            <a:spLocks noGrp="1"/>
          </p:cNvSpPr>
          <p:nvPr>
            <p:ph type="subTitle" idx="1"/>
          </p:nvPr>
        </p:nvSpPr>
        <p:spPr>
          <a:xfrm>
            <a:off x="89972" y="3554988"/>
            <a:ext cx="8395350" cy="78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sz="2800" b="1" dirty="0">
                <a:solidFill>
                  <a:schemeClr val="tx1"/>
                </a:solidFill>
                <a:latin typeface="Source Sans Pro" panose="020B0503030403020204" pitchFamily="34" charset="0"/>
                <a:ea typeface="Source Sans Pro" panose="020B0503030403020204" pitchFamily="34" charset="0"/>
                <a:cs typeface="Times New Roman" panose="02020603050405020304" pitchFamily="18" charset="0"/>
              </a:rPr>
              <a:t>RM E NOME DA EQUIPE (PODEM ADICIONAR FOTOS)</a:t>
            </a:r>
            <a:endParaRPr sz="3200" b="1" dirty="0">
              <a:solidFill>
                <a:schemeClr val="tx1"/>
              </a:solidFill>
              <a:latin typeface="Source Sans Pro" panose="020B0503030403020204" pitchFamily="34" charset="0"/>
              <a:ea typeface="Source Sans Pro" panose="020B0503030403020204" pitchFamily="34" charset="0"/>
            </a:endParaRPr>
          </a:p>
        </p:txBody>
      </p:sp>
      <p:sp>
        <p:nvSpPr>
          <p:cNvPr id="743" name="Google Shape;743;p38"/>
          <p:cNvSpPr txBox="1"/>
          <p:nvPr/>
        </p:nvSpPr>
        <p:spPr>
          <a:xfrm>
            <a:off x="7416725" y="3661925"/>
            <a:ext cx="1760400" cy="1204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2000" b="1" dirty="0">
                <a:solidFill>
                  <a:schemeClr val="accent2"/>
                </a:solidFill>
                <a:latin typeface="Oswald"/>
                <a:sym typeface="Oswald"/>
              </a:rPr>
              <a:t>1</a:t>
            </a:r>
            <a:endParaRPr sz="12000" dirty="0">
              <a:solidFill>
                <a:schemeClr val="accent2"/>
              </a:solidFill>
            </a:endParaRPr>
          </a:p>
        </p:txBody>
      </p:sp>
      <p:pic>
        <p:nvPicPr>
          <p:cNvPr id="2" name="Picture 2" descr="06-parceiros-logo-fiap | Sunsetti">
            <a:extLst>
              <a:ext uri="{FF2B5EF4-FFF2-40B4-BE49-F238E27FC236}">
                <a16:creationId xmlns:a16="http://schemas.microsoft.com/office/drawing/2014/main" id="{A7BE1E7A-8931-AC5D-8733-F0A5A4DC0A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3989" y="0"/>
            <a:ext cx="1090011" cy="724884"/>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m 4">
            <a:extLst>
              <a:ext uri="{FF2B5EF4-FFF2-40B4-BE49-F238E27FC236}">
                <a16:creationId xmlns:a16="http://schemas.microsoft.com/office/drawing/2014/main" id="{FDB32FC1-B3C6-9518-63F7-9B2AC0C202EE}"/>
              </a:ext>
            </a:extLst>
          </p:cNvPr>
          <p:cNvPicPr>
            <a:picLocks noChangeAspect="1"/>
          </p:cNvPicPr>
          <p:nvPr/>
        </p:nvPicPr>
        <p:blipFill>
          <a:blip r:embed="rId4"/>
          <a:stretch>
            <a:fillRect/>
          </a:stretch>
        </p:blipFill>
        <p:spPr>
          <a:xfrm>
            <a:off x="5553451" y="110982"/>
            <a:ext cx="2445387" cy="1466358"/>
          </a:xfrm>
          <a:prstGeom prst="rect">
            <a:avLst/>
          </a:prstGeom>
        </p:spPr>
      </p:pic>
    </p:spTree>
    <p:extLst>
      <p:ext uri="{BB962C8B-B14F-4D97-AF65-F5344CB8AC3E}">
        <p14:creationId xmlns:p14="http://schemas.microsoft.com/office/powerpoint/2010/main" val="1028644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8">
          <a:extLst>
            <a:ext uri="{FF2B5EF4-FFF2-40B4-BE49-F238E27FC236}">
              <a16:creationId xmlns:a16="http://schemas.microsoft.com/office/drawing/2014/main" id="{F9DE656A-3E0D-750C-8056-3771E805AB4E}"/>
            </a:ext>
          </a:extLst>
        </p:cNvPr>
        <p:cNvGrpSpPr/>
        <p:nvPr/>
      </p:nvGrpSpPr>
      <p:grpSpPr>
        <a:xfrm>
          <a:off x="0" y="0"/>
          <a:ext cx="0" cy="0"/>
          <a:chOff x="0" y="0"/>
          <a:chExt cx="0" cy="0"/>
        </a:xfrm>
      </p:grpSpPr>
      <p:sp>
        <p:nvSpPr>
          <p:cNvPr id="469" name="Google Shape;469;p14">
            <a:extLst>
              <a:ext uri="{FF2B5EF4-FFF2-40B4-BE49-F238E27FC236}">
                <a16:creationId xmlns:a16="http://schemas.microsoft.com/office/drawing/2014/main" id="{408007FD-44E8-FDCA-87BC-F22288A8E773}"/>
              </a:ext>
            </a:extLst>
          </p:cNvPr>
          <p:cNvSpPr txBox="1">
            <a:spLocks noGrp="1"/>
          </p:cNvSpPr>
          <p:nvPr>
            <p:ph type="title"/>
          </p:nvPr>
        </p:nvSpPr>
        <p:spPr>
          <a:xfrm>
            <a:off x="853187" y="100725"/>
            <a:ext cx="7437626" cy="71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pt-BR" dirty="0"/>
              <a:t>DESAFIO DO CENÁRIO ATUAL</a:t>
            </a:r>
            <a:endParaRPr dirty="0"/>
          </a:p>
        </p:txBody>
      </p:sp>
      <p:sp>
        <p:nvSpPr>
          <p:cNvPr id="473" name="Google Shape;473;p14">
            <a:extLst>
              <a:ext uri="{FF2B5EF4-FFF2-40B4-BE49-F238E27FC236}">
                <a16:creationId xmlns:a16="http://schemas.microsoft.com/office/drawing/2014/main" id="{1BCEC348-E94C-4075-BC6B-9FFD8A8F0AC3}"/>
              </a:ext>
            </a:extLst>
          </p:cNvPr>
          <p:cNvSpPr txBox="1">
            <a:spLocks noGrp="1"/>
          </p:cNvSpPr>
          <p:nvPr>
            <p:ph type="sldNum" idx="12"/>
          </p:nvPr>
        </p:nvSpPr>
        <p:spPr>
          <a:xfrm>
            <a:off x="8556775" y="4826200"/>
            <a:ext cx="548700" cy="317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a:t>
            </a:fld>
            <a:endParaRPr/>
          </a:p>
        </p:txBody>
      </p:sp>
      <p:pic>
        <p:nvPicPr>
          <p:cNvPr id="2" name="Picture 2" descr="06-parceiros-logo-fiap | Sunsetti">
            <a:extLst>
              <a:ext uri="{FF2B5EF4-FFF2-40B4-BE49-F238E27FC236}">
                <a16:creationId xmlns:a16="http://schemas.microsoft.com/office/drawing/2014/main" id="{8EBA45E6-78B5-33AE-253F-79AA14BC1C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3989" y="0"/>
            <a:ext cx="1090011" cy="724884"/>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CEDF8104-2894-9E61-C95C-5A265F05B61E}"/>
              </a:ext>
            </a:extLst>
          </p:cNvPr>
          <p:cNvSpPr txBox="1"/>
          <p:nvPr/>
        </p:nvSpPr>
        <p:spPr>
          <a:xfrm>
            <a:off x="432619" y="917250"/>
            <a:ext cx="8563897" cy="2277547"/>
          </a:xfrm>
          <a:prstGeom prst="rect">
            <a:avLst/>
          </a:prstGeom>
          <a:noFill/>
        </p:spPr>
        <p:txBody>
          <a:bodyPr wrap="square">
            <a:spAutoFit/>
          </a:bodyPr>
          <a:lstStyle/>
          <a:p>
            <a:pPr marL="285750" indent="-285750" algn="just" rtl="0" fontAlgn="base">
              <a:buFont typeface="Wingdings" panose="05000000000000000000" pitchFamily="2" charset="2"/>
              <a:buChar char="§"/>
            </a:pPr>
            <a:r>
              <a:rPr lang="pt-BR" sz="2000" b="1" i="0" dirty="0">
                <a:solidFill>
                  <a:srgbClr val="000000"/>
                </a:solidFill>
                <a:effectLst/>
                <a:latin typeface="Calibri" panose="020F0502020204030204" pitchFamily="34" charset="0"/>
              </a:rPr>
              <a:t>Explicação sobre  o cenário </a:t>
            </a:r>
            <a:r>
              <a:rPr lang="pt-BR" sz="2000" b="1" dirty="0">
                <a:latin typeface="Calibri" panose="020F0502020204030204" pitchFamily="34" charset="0"/>
              </a:rPr>
              <a:t>atual e sobre o problema </a:t>
            </a:r>
            <a:r>
              <a:rPr lang="pt-BR" sz="2000" b="1" i="0" dirty="0">
                <a:solidFill>
                  <a:srgbClr val="000000"/>
                </a:solidFill>
                <a:effectLst/>
                <a:latin typeface="Calibri" panose="020F0502020204030204" pitchFamily="34" charset="0"/>
              </a:rPr>
              <a:t>a ser resolvido</a:t>
            </a:r>
          </a:p>
          <a:p>
            <a:pPr marL="285750" indent="-285750" algn="just" rtl="0" fontAlgn="base">
              <a:buFont typeface="Wingdings" panose="05000000000000000000" pitchFamily="2" charset="2"/>
              <a:buChar char="§"/>
            </a:pPr>
            <a:endParaRPr lang="pt-BR" sz="1050" b="0" i="0" dirty="0">
              <a:solidFill>
                <a:srgbClr val="000000"/>
              </a:solidFill>
              <a:effectLst/>
              <a:latin typeface="Calibri" panose="020F0502020204030204" pitchFamily="34" charset="0"/>
            </a:endParaRPr>
          </a:p>
          <a:p>
            <a:pPr marL="269875" algn="just" rtl="0" fontAlgn="base"/>
            <a:r>
              <a:rPr lang="pt-BR" b="0" i="0" dirty="0">
                <a:solidFill>
                  <a:srgbClr val="000000"/>
                </a:solidFill>
                <a:effectLst/>
                <a:latin typeface="Calibri" panose="020F0502020204030204" pitchFamily="34" charset="0"/>
              </a:rPr>
              <a:t>Onde você se apresenta com o seu nome, junto com os demais alunos do grupo, e fornece uma breve contextualização sobre qual desafio foi escolhido e que será alvo de suas pesquisas. Destaque para “Qual o problema a ser resolvido?”, defina claramente </a:t>
            </a:r>
            <a:r>
              <a:rPr lang="pt-BR" dirty="0">
                <a:latin typeface="Calibri" panose="020F0502020204030204" pitchFamily="34" charset="0"/>
              </a:rPr>
              <a:t>qual é o principal problema identificado e apresente rapidamente dados ou casos de uso que evidenciem a importância do problema (quando fizer pesquisas de dados sobre o tema, aponte as fontes de informação pesquisadas para cada dado apresentado). Uma dica importante é definir o(s) persona(s) de seu projeto, contextualizando o perfil ideal das pessoas que </a:t>
            </a:r>
            <a:r>
              <a:rPr lang="pt-BR" b="0" i="0" dirty="0">
                <a:solidFill>
                  <a:srgbClr val="000000"/>
                </a:solidFill>
                <a:effectLst/>
                <a:latin typeface="Calibri" panose="020F0502020204030204" pitchFamily="34" charset="0"/>
              </a:rPr>
              <a:t>devem se beneficiar com sua solução baseada em pesquisas e situações reais. </a:t>
            </a:r>
            <a:endParaRPr lang="pt-BR" sz="1100" b="0" i="0" dirty="0">
              <a:solidFill>
                <a:srgbClr val="000000"/>
              </a:solidFill>
              <a:effectLst/>
              <a:latin typeface="Segoe UI" panose="020B0502040204020203" pitchFamily="34" charset="0"/>
            </a:endParaRPr>
          </a:p>
          <a:p>
            <a:pPr algn="just" rtl="0" fontAlgn="base"/>
            <a:endParaRPr lang="pt-BR" b="0" i="0" dirty="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1552433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8">
          <a:extLst>
            <a:ext uri="{FF2B5EF4-FFF2-40B4-BE49-F238E27FC236}">
              <a16:creationId xmlns:a16="http://schemas.microsoft.com/office/drawing/2014/main" id="{784D0D95-9081-303B-090B-5B661B51687C}"/>
            </a:ext>
          </a:extLst>
        </p:cNvPr>
        <p:cNvGrpSpPr/>
        <p:nvPr/>
      </p:nvGrpSpPr>
      <p:grpSpPr>
        <a:xfrm>
          <a:off x="0" y="0"/>
          <a:ext cx="0" cy="0"/>
          <a:chOff x="0" y="0"/>
          <a:chExt cx="0" cy="0"/>
        </a:xfrm>
      </p:grpSpPr>
      <p:sp>
        <p:nvSpPr>
          <p:cNvPr id="469" name="Google Shape;469;p14">
            <a:extLst>
              <a:ext uri="{FF2B5EF4-FFF2-40B4-BE49-F238E27FC236}">
                <a16:creationId xmlns:a16="http://schemas.microsoft.com/office/drawing/2014/main" id="{EA07DAF5-E31A-32AC-E1DF-73B52F90AEEB}"/>
              </a:ext>
            </a:extLst>
          </p:cNvPr>
          <p:cNvSpPr txBox="1">
            <a:spLocks noGrp="1"/>
          </p:cNvSpPr>
          <p:nvPr>
            <p:ph type="title"/>
          </p:nvPr>
        </p:nvSpPr>
        <p:spPr>
          <a:xfrm>
            <a:off x="853187" y="100725"/>
            <a:ext cx="7437626" cy="71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pt-BR" dirty="0"/>
              <a:t>CENÁRIO PROPOSTO</a:t>
            </a:r>
            <a:endParaRPr dirty="0"/>
          </a:p>
        </p:txBody>
      </p:sp>
      <p:sp>
        <p:nvSpPr>
          <p:cNvPr id="473" name="Google Shape;473;p14">
            <a:extLst>
              <a:ext uri="{FF2B5EF4-FFF2-40B4-BE49-F238E27FC236}">
                <a16:creationId xmlns:a16="http://schemas.microsoft.com/office/drawing/2014/main" id="{430D6BF1-7F17-36EA-1FA8-DD0223143A8F}"/>
              </a:ext>
            </a:extLst>
          </p:cNvPr>
          <p:cNvSpPr txBox="1">
            <a:spLocks noGrp="1"/>
          </p:cNvSpPr>
          <p:nvPr>
            <p:ph type="sldNum" idx="12"/>
          </p:nvPr>
        </p:nvSpPr>
        <p:spPr>
          <a:xfrm>
            <a:off x="8556775" y="4826200"/>
            <a:ext cx="548700" cy="317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a:t>
            </a:fld>
            <a:endParaRPr/>
          </a:p>
        </p:txBody>
      </p:sp>
      <p:pic>
        <p:nvPicPr>
          <p:cNvPr id="2" name="Picture 2" descr="06-parceiros-logo-fiap | Sunsetti">
            <a:extLst>
              <a:ext uri="{FF2B5EF4-FFF2-40B4-BE49-F238E27FC236}">
                <a16:creationId xmlns:a16="http://schemas.microsoft.com/office/drawing/2014/main" id="{93715E11-7D42-8BFD-8D64-F1A3B38865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3989" y="0"/>
            <a:ext cx="1090011" cy="724884"/>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AE0B9C41-A593-6E3A-AFD1-A46F59D8F9F1}"/>
              </a:ext>
            </a:extLst>
          </p:cNvPr>
          <p:cNvSpPr txBox="1"/>
          <p:nvPr/>
        </p:nvSpPr>
        <p:spPr>
          <a:xfrm>
            <a:off x="191729" y="788682"/>
            <a:ext cx="8760542" cy="3077766"/>
          </a:xfrm>
          <a:prstGeom prst="rect">
            <a:avLst/>
          </a:prstGeom>
          <a:noFill/>
        </p:spPr>
        <p:txBody>
          <a:bodyPr wrap="square">
            <a:spAutoFit/>
          </a:bodyPr>
          <a:lstStyle/>
          <a:p>
            <a:pPr marL="285750" indent="-285750" algn="just" rtl="0" fontAlgn="base">
              <a:buFont typeface="Wingdings" panose="05000000000000000000" pitchFamily="2" charset="2"/>
              <a:buChar char="§"/>
            </a:pPr>
            <a:r>
              <a:rPr lang="pt-BR" sz="2000" b="1" dirty="0">
                <a:latin typeface="Calibri" panose="020F0502020204030204" pitchFamily="34" charset="0"/>
              </a:rPr>
              <a:t>Cenário proposto com descrição da </a:t>
            </a:r>
            <a:r>
              <a:rPr lang="pt-BR" sz="2000" b="1" i="0" dirty="0">
                <a:solidFill>
                  <a:srgbClr val="000000"/>
                </a:solidFill>
                <a:effectLst/>
                <a:latin typeface="Calibri" panose="020F0502020204030204" pitchFamily="34" charset="0"/>
              </a:rPr>
              <a:t>proposta de solução </a:t>
            </a:r>
            <a:r>
              <a:rPr lang="pt-BR" sz="2000" b="0" i="0" dirty="0">
                <a:solidFill>
                  <a:srgbClr val="000000"/>
                </a:solidFill>
                <a:effectLst/>
                <a:latin typeface="Calibri" panose="020F0502020204030204" pitchFamily="34" charset="0"/>
              </a:rPr>
              <a:t> </a:t>
            </a:r>
          </a:p>
          <a:p>
            <a:pPr marL="269875" algn="just" rtl="0" fontAlgn="base"/>
            <a:r>
              <a:rPr lang="pt-BR" sz="1400" b="0" i="0" dirty="0">
                <a:solidFill>
                  <a:srgbClr val="000000"/>
                </a:solidFill>
                <a:effectLst/>
                <a:latin typeface="Calibri" panose="020F0502020204030204" pitchFamily="34" charset="0"/>
              </a:rPr>
              <a:t>Defina de forma clara e concisa a solução que seu grupo está propondo</a:t>
            </a:r>
            <a:r>
              <a:rPr lang="pt-BR" dirty="0">
                <a:latin typeface="Calibri" panose="020F0502020204030204" pitchFamily="34" charset="0"/>
              </a:rPr>
              <a:t>. Explique a abrangência da solução  ou seja, apresente quais questões do problema central apresentado serão resolvidas. A dica aqui é ser simples e direto, permitindo compreensão rápida do que está sendo proposto. Não se esqueça que o tema deve ser relevante, então, explique o motivo do escopo escolhido (porque a parte escolhida do problema é a mais relevante a ser tratada no momento). </a:t>
            </a:r>
          </a:p>
          <a:p>
            <a:pPr algn="just" rtl="0" fontAlgn="base"/>
            <a:r>
              <a:rPr lang="pt-BR" dirty="0">
                <a:latin typeface="Calibri" panose="020F0502020204030204" pitchFamily="34" charset="0"/>
              </a:rPr>
              <a:t> </a:t>
            </a:r>
          </a:p>
          <a:p>
            <a:pPr marL="285750" indent="-285750" algn="just" fontAlgn="base">
              <a:buFont typeface="Wingdings" panose="05000000000000000000" pitchFamily="2" charset="2"/>
              <a:buChar char="§"/>
            </a:pPr>
            <a:r>
              <a:rPr lang="pt-BR" sz="2000" b="1" dirty="0">
                <a:latin typeface="Calibri" panose="020F0502020204030204" pitchFamily="34" charset="0"/>
              </a:rPr>
              <a:t>Benchmarking </a:t>
            </a:r>
          </a:p>
          <a:p>
            <a:pPr marL="269875" algn="just" fontAlgn="base"/>
            <a:r>
              <a:rPr lang="pt-BR" dirty="0">
                <a:latin typeface="Calibri" panose="020F0502020204030204" pitchFamily="34" charset="0"/>
              </a:rPr>
              <a:t>Avalie soluções existentes no mercado que procuram tratar o problema reportado no cenário atual. </a:t>
            </a:r>
          </a:p>
          <a:p>
            <a:pPr marL="269875" algn="just" fontAlgn="base"/>
            <a:r>
              <a:rPr lang="pt-BR" dirty="0">
                <a:latin typeface="Calibri" panose="020F0502020204030204" pitchFamily="34" charset="0"/>
              </a:rPr>
              <a:t>Monte um quadro resumindo os principais recursos funcionais e não funcionais de destaque das soluções existentes no mercado (aponte o nome da solução, o nome do fornecedor/desenvolvedor dela e os recusos que oferecem). </a:t>
            </a:r>
          </a:p>
          <a:p>
            <a:pPr marL="269875" algn="just" fontAlgn="base"/>
            <a:r>
              <a:rPr lang="pt-BR" dirty="0">
                <a:latin typeface="Calibri" panose="020F0502020204030204" pitchFamily="34" charset="0"/>
              </a:rPr>
              <a:t>Exemplo de matriz de comparação de soluções: </a:t>
            </a:r>
          </a:p>
        </p:txBody>
      </p:sp>
      <p:pic>
        <p:nvPicPr>
          <p:cNvPr id="2050" name="Picture 2">
            <a:extLst>
              <a:ext uri="{FF2B5EF4-FFF2-40B4-BE49-F238E27FC236}">
                <a16:creationId xmlns:a16="http://schemas.microsoft.com/office/drawing/2014/main" id="{3F7270D6-9F62-DF2D-24BF-3420C6F93F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9939" y="3416602"/>
            <a:ext cx="1918254" cy="1027288"/>
          </a:xfrm>
          <a:prstGeom prst="rect">
            <a:avLst/>
          </a:prstGeom>
          <a:noFill/>
          <a:ln>
            <a:solidFill>
              <a:srgbClr val="0070C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969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8">
          <a:extLst>
            <a:ext uri="{FF2B5EF4-FFF2-40B4-BE49-F238E27FC236}">
              <a16:creationId xmlns:a16="http://schemas.microsoft.com/office/drawing/2014/main" id="{35A994AE-3ADB-769E-8C3C-4CF06AA407F0}"/>
            </a:ext>
          </a:extLst>
        </p:cNvPr>
        <p:cNvGrpSpPr/>
        <p:nvPr/>
      </p:nvGrpSpPr>
      <p:grpSpPr>
        <a:xfrm>
          <a:off x="0" y="0"/>
          <a:ext cx="0" cy="0"/>
          <a:chOff x="0" y="0"/>
          <a:chExt cx="0" cy="0"/>
        </a:xfrm>
      </p:grpSpPr>
      <p:sp>
        <p:nvSpPr>
          <p:cNvPr id="469" name="Google Shape;469;p14">
            <a:extLst>
              <a:ext uri="{FF2B5EF4-FFF2-40B4-BE49-F238E27FC236}">
                <a16:creationId xmlns:a16="http://schemas.microsoft.com/office/drawing/2014/main" id="{6EAF8520-637E-A6BC-F204-6F95FCA2453C}"/>
              </a:ext>
            </a:extLst>
          </p:cNvPr>
          <p:cNvSpPr txBox="1">
            <a:spLocks noGrp="1"/>
          </p:cNvSpPr>
          <p:nvPr>
            <p:ph type="title"/>
          </p:nvPr>
        </p:nvSpPr>
        <p:spPr>
          <a:xfrm>
            <a:off x="853187" y="100725"/>
            <a:ext cx="7437626" cy="71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pt-BR" dirty="0"/>
              <a:t>IMPACTOS DA SOLUÇÃO PROPOSTA</a:t>
            </a:r>
            <a:endParaRPr dirty="0"/>
          </a:p>
        </p:txBody>
      </p:sp>
      <p:sp>
        <p:nvSpPr>
          <p:cNvPr id="473" name="Google Shape;473;p14">
            <a:extLst>
              <a:ext uri="{FF2B5EF4-FFF2-40B4-BE49-F238E27FC236}">
                <a16:creationId xmlns:a16="http://schemas.microsoft.com/office/drawing/2014/main" id="{FCF58DF1-8500-A3FB-D3C9-FEC2F2E13F4F}"/>
              </a:ext>
            </a:extLst>
          </p:cNvPr>
          <p:cNvSpPr txBox="1">
            <a:spLocks noGrp="1"/>
          </p:cNvSpPr>
          <p:nvPr>
            <p:ph type="sldNum" idx="12"/>
          </p:nvPr>
        </p:nvSpPr>
        <p:spPr>
          <a:xfrm>
            <a:off x="8556775" y="4826200"/>
            <a:ext cx="548700" cy="317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5</a:t>
            </a:fld>
            <a:endParaRPr/>
          </a:p>
        </p:txBody>
      </p:sp>
      <p:pic>
        <p:nvPicPr>
          <p:cNvPr id="2" name="Picture 2" descr="06-parceiros-logo-fiap | Sunsetti">
            <a:extLst>
              <a:ext uri="{FF2B5EF4-FFF2-40B4-BE49-F238E27FC236}">
                <a16:creationId xmlns:a16="http://schemas.microsoft.com/office/drawing/2014/main" id="{CA71EC74-402C-9063-20C8-067EEB412C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3989" y="0"/>
            <a:ext cx="1090011" cy="724884"/>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72C355BE-CAB9-0322-F60A-0E307E505BFE}"/>
              </a:ext>
            </a:extLst>
          </p:cNvPr>
          <p:cNvSpPr txBox="1"/>
          <p:nvPr/>
        </p:nvSpPr>
        <p:spPr>
          <a:xfrm>
            <a:off x="275303" y="816525"/>
            <a:ext cx="8868697" cy="2893100"/>
          </a:xfrm>
          <a:prstGeom prst="rect">
            <a:avLst/>
          </a:prstGeom>
          <a:noFill/>
        </p:spPr>
        <p:txBody>
          <a:bodyPr wrap="square">
            <a:spAutoFit/>
          </a:bodyPr>
          <a:lstStyle/>
          <a:p>
            <a:pPr marL="285750" indent="-285750" algn="just" rtl="0" fontAlgn="base">
              <a:buFont typeface="Wingdings" panose="05000000000000000000" pitchFamily="2" charset="2"/>
              <a:buChar char="§"/>
            </a:pPr>
            <a:r>
              <a:rPr lang="pt-BR" sz="2000" b="1" i="0" dirty="0">
                <a:solidFill>
                  <a:srgbClr val="000000"/>
                </a:solidFill>
                <a:effectLst/>
                <a:latin typeface="Calibri" panose="020F0502020204030204" pitchFamily="34" charset="0"/>
              </a:rPr>
              <a:t>Impactos da </a:t>
            </a:r>
            <a:r>
              <a:rPr lang="pt-BR" sz="2000" b="1" dirty="0">
                <a:latin typeface="Calibri" panose="020F0502020204030204" pitchFamily="34" charset="0"/>
              </a:rPr>
              <a:t>solução e benefícios esperados </a:t>
            </a:r>
          </a:p>
          <a:p>
            <a:pPr marL="285750" indent="-285750" algn="just" rtl="0" fontAlgn="base">
              <a:buFont typeface="Wingdings" panose="05000000000000000000" pitchFamily="2" charset="2"/>
              <a:buChar char="§"/>
            </a:pPr>
            <a:endParaRPr lang="pt-BR" sz="800" b="1" dirty="0">
              <a:latin typeface="Calibri" panose="020F0502020204030204" pitchFamily="34" charset="0"/>
            </a:endParaRPr>
          </a:p>
          <a:p>
            <a:pPr marL="269875" algn="just" rtl="0" fontAlgn="base"/>
            <a:r>
              <a:rPr lang="pt-BR" dirty="0">
                <a:latin typeface="Calibri" panose="020F0502020204030204" pitchFamily="34" charset="0"/>
              </a:rPr>
              <a:t>Id</a:t>
            </a:r>
            <a:r>
              <a:rPr lang="pt-BR" sz="1400" b="0" i="0" dirty="0">
                <a:solidFill>
                  <a:srgbClr val="000000"/>
                </a:solidFill>
                <a:effectLst/>
                <a:latin typeface="Calibri" panose="020F0502020204030204" pitchFamily="34" charset="0"/>
              </a:rPr>
              <a:t>entifique o impacto que sua solução trará para a sociedade ou para um grupo específico de stakeholders ou um segmento de </a:t>
            </a:r>
            <a:r>
              <a:rPr lang="pt-BR" dirty="0">
                <a:latin typeface="Calibri" panose="020F0502020204030204" pitchFamily="34" charset="0"/>
              </a:rPr>
              <a:t>mercado (defina um nicho para introduzir sua solução no mercado). Ao </a:t>
            </a:r>
            <a:r>
              <a:rPr lang="pt-BR" sz="1400" b="0" i="0" dirty="0">
                <a:solidFill>
                  <a:srgbClr val="000000"/>
                </a:solidFill>
                <a:effectLst/>
                <a:latin typeface="Calibri" panose="020F0502020204030204" pitchFamily="34" charset="0"/>
              </a:rPr>
              <a:t>falar sobre o impacto da sua solução, você está destacando como e onde a sua proposta pode fazer a diferença. </a:t>
            </a:r>
            <a:endParaRPr lang="pt-BR" b="0" i="0" dirty="0">
              <a:solidFill>
                <a:srgbClr val="000000"/>
              </a:solidFill>
              <a:effectLst/>
              <a:latin typeface="Segoe UI" panose="020B0502040204020203" pitchFamily="34" charset="0"/>
            </a:endParaRPr>
          </a:p>
          <a:p>
            <a:pPr marL="269875" algn="just" rtl="0" fontAlgn="base"/>
            <a:r>
              <a:rPr lang="pt-BR" sz="1400" b="0" i="0" dirty="0">
                <a:solidFill>
                  <a:srgbClr val="881798"/>
                </a:solidFill>
                <a:effectLst/>
                <a:latin typeface="Calibri" panose="020F0502020204030204" pitchFamily="34" charset="0"/>
              </a:rPr>
              <a:t> </a:t>
            </a:r>
            <a:endParaRPr lang="pt-BR" b="0" i="0" dirty="0">
              <a:solidFill>
                <a:srgbClr val="000000"/>
              </a:solidFill>
              <a:effectLst/>
              <a:latin typeface="Segoe UI" panose="020B0502040204020203" pitchFamily="34" charset="0"/>
            </a:endParaRPr>
          </a:p>
          <a:p>
            <a:pPr marL="269875" algn="just" rtl="0" fontAlgn="base"/>
            <a:r>
              <a:rPr lang="pt-BR" dirty="0">
                <a:latin typeface="Calibri" panose="020F0502020204030204" pitchFamily="34" charset="0"/>
              </a:rPr>
              <a:t>Deixe claro os benefícios esperados, os quais se referem </a:t>
            </a:r>
            <a:r>
              <a:rPr lang="pt-BR" sz="1400" b="0" i="0" dirty="0">
                <a:solidFill>
                  <a:srgbClr val="000000"/>
                </a:solidFill>
                <a:effectLst/>
                <a:latin typeface="Calibri" panose="020F0502020204030204" pitchFamily="34" charset="0"/>
              </a:rPr>
              <a:t>aos resultados positivos que se espera alcançar por meio da implementação da sua solução. Ao destacar os benefícios esperados, você está comunicando as razões pelas quais sua solução é valiosa e merece atenção. Eficiência Operacional, Melhoria da Qualidade, Tomada de Decisão baseada em dados, Agilidade, Economia de Recursos, Melhora da Competividade, Segurança da Informação são alguns exemplos de benefícios comuns em projetos envolvendo tecnologia. Para cada benefício apresentado, justifique a sua escolha. </a:t>
            </a:r>
            <a:endParaRPr lang="pt-BR" b="0" i="0" dirty="0">
              <a:solidFill>
                <a:srgbClr val="000000"/>
              </a:solidFill>
              <a:effectLst/>
              <a:latin typeface="Segoe UI" panose="020B0502040204020203" pitchFamily="34" charset="0"/>
            </a:endParaRPr>
          </a:p>
          <a:p>
            <a:pPr marL="269875" algn="just" rtl="0" fontAlgn="base"/>
            <a:r>
              <a:rPr lang="pt-BR" sz="1400" b="0" i="0" dirty="0">
                <a:solidFill>
                  <a:srgbClr val="000000"/>
                </a:solidFill>
                <a:effectLst/>
                <a:latin typeface="Calibri" panose="020F0502020204030204" pitchFamily="34" charset="0"/>
              </a:rPr>
              <a:t> </a:t>
            </a:r>
            <a:endParaRPr lang="pt-BR" b="0" i="0" dirty="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1061699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8">
          <a:extLst>
            <a:ext uri="{FF2B5EF4-FFF2-40B4-BE49-F238E27FC236}">
              <a16:creationId xmlns:a16="http://schemas.microsoft.com/office/drawing/2014/main" id="{A9DF2B10-8014-FC4A-DA96-BC9D212FE726}"/>
            </a:ext>
          </a:extLst>
        </p:cNvPr>
        <p:cNvGrpSpPr/>
        <p:nvPr/>
      </p:nvGrpSpPr>
      <p:grpSpPr>
        <a:xfrm>
          <a:off x="0" y="0"/>
          <a:ext cx="0" cy="0"/>
          <a:chOff x="0" y="0"/>
          <a:chExt cx="0" cy="0"/>
        </a:xfrm>
      </p:grpSpPr>
      <p:sp>
        <p:nvSpPr>
          <p:cNvPr id="469" name="Google Shape;469;p14">
            <a:extLst>
              <a:ext uri="{FF2B5EF4-FFF2-40B4-BE49-F238E27FC236}">
                <a16:creationId xmlns:a16="http://schemas.microsoft.com/office/drawing/2014/main" id="{38E1B048-54B8-242B-A3CC-15A91D301D2E}"/>
              </a:ext>
            </a:extLst>
          </p:cNvPr>
          <p:cNvSpPr txBox="1">
            <a:spLocks noGrp="1"/>
          </p:cNvSpPr>
          <p:nvPr>
            <p:ph type="title"/>
          </p:nvPr>
        </p:nvSpPr>
        <p:spPr>
          <a:xfrm>
            <a:off x="795950" y="-187868"/>
            <a:ext cx="7437626" cy="71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pt-BR" dirty="0"/>
              <a:t>PÚBLICO ALVO DA SOLUÇÃO</a:t>
            </a:r>
            <a:endParaRPr dirty="0"/>
          </a:p>
        </p:txBody>
      </p:sp>
      <p:sp>
        <p:nvSpPr>
          <p:cNvPr id="473" name="Google Shape;473;p14">
            <a:extLst>
              <a:ext uri="{FF2B5EF4-FFF2-40B4-BE49-F238E27FC236}">
                <a16:creationId xmlns:a16="http://schemas.microsoft.com/office/drawing/2014/main" id="{C0696542-1A4F-ADCD-85F8-EBF0068C49C6}"/>
              </a:ext>
            </a:extLst>
          </p:cNvPr>
          <p:cNvSpPr txBox="1">
            <a:spLocks noGrp="1"/>
          </p:cNvSpPr>
          <p:nvPr>
            <p:ph type="sldNum" idx="12"/>
          </p:nvPr>
        </p:nvSpPr>
        <p:spPr>
          <a:xfrm>
            <a:off x="8556775" y="4826200"/>
            <a:ext cx="548700" cy="317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6</a:t>
            </a:fld>
            <a:endParaRPr/>
          </a:p>
        </p:txBody>
      </p:sp>
      <p:pic>
        <p:nvPicPr>
          <p:cNvPr id="2" name="Picture 2" descr="06-parceiros-logo-fiap | Sunsetti">
            <a:extLst>
              <a:ext uri="{FF2B5EF4-FFF2-40B4-BE49-F238E27FC236}">
                <a16:creationId xmlns:a16="http://schemas.microsoft.com/office/drawing/2014/main" id="{DE231BB5-8447-1737-4AE0-7262EC0CF2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3989" y="0"/>
            <a:ext cx="1090011" cy="724884"/>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84288765-B3A6-49A0-C48F-E6E96A82743E}"/>
              </a:ext>
            </a:extLst>
          </p:cNvPr>
          <p:cNvSpPr txBox="1"/>
          <p:nvPr/>
        </p:nvSpPr>
        <p:spPr>
          <a:xfrm>
            <a:off x="198402" y="397651"/>
            <a:ext cx="8632723" cy="3908762"/>
          </a:xfrm>
          <a:prstGeom prst="rect">
            <a:avLst/>
          </a:prstGeom>
          <a:noFill/>
        </p:spPr>
        <p:txBody>
          <a:bodyPr wrap="square">
            <a:spAutoFit/>
          </a:bodyPr>
          <a:lstStyle/>
          <a:p>
            <a:pPr marL="285750" indent="-285750" algn="just" rtl="0" fontAlgn="base">
              <a:buFont typeface="Wingdings" panose="05000000000000000000" pitchFamily="2" charset="2"/>
              <a:buChar char="§"/>
            </a:pPr>
            <a:r>
              <a:rPr lang="pt-BR" sz="2000" b="1" i="0" dirty="0">
                <a:solidFill>
                  <a:srgbClr val="000000"/>
                </a:solidFill>
                <a:effectLst/>
                <a:latin typeface="Calibri" panose="020F0502020204030204" pitchFamily="34" charset="0"/>
              </a:rPr>
              <a:t>Público-alvo</a:t>
            </a:r>
            <a:endParaRPr lang="pt-BR" sz="2000" b="1" dirty="0">
              <a:latin typeface="Calibri" panose="020F0502020204030204" pitchFamily="34" charset="0"/>
            </a:endParaRPr>
          </a:p>
          <a:p>
            <a:pPr algn="just" rtl="0" fontAlgn="base"/>
            <a:r>
              <a:rPr lang="pt-BR" sz="1400" b="0" i="0" dirty="0">
                <a:solidFill>
                  <a:srgbClr val="000000"/>
                </a:solidFill>
                <a:effectLst/>
                <a:latin typeface="Calibri" panose="020F0502020204030204" pitchFamily="34" charset="0"/>
              </a:rPr>
              <a:t>  </a:t>
            </a:r>
          </a:p>
          <a:p>
            <a:pPr marL="269875" algn="just" rtl="0" fontAlgn="base"/>
            <a:r>
              <a:rPr lang="pt-BR" sz="1400" b="0" i="0" dirty="0">
                <a:solidFill>
                  <a:srgbClr val="000000"/>
                </a:solidFill>
                <a:effectLst/>
                <a:latin typeface="Calibri" panose="020F0502020204030204" pitchFamily="34" charset="0"/>
              </a:rPr>
              <a:t>É o grupo de pessoas ou organizações que utilizará os dados, análises e resultados gerados pelo seu projeto. Esse público é definido com base nas necessidades de informação e no tipo de decisão que será apoiada pela solução proposta. </a:t>
            </a:r>
          </a:p>
          <a:p>
            <a:pPr marL="269875" algn="just" rtl="0" fontAlgn="base"/>
            <a:endParaRPr lang="pt-BR" sz="800" b="0" i="0" dirty="0">
              <a:solidFill>
                <a:srgbClr val="000000"/>
              </a:solidFill>
              <a:effectLst/>
              <a:latin typeface="Calibri" panose="020F0502020204030204" pitchFamily="34" charset="0"/>
            </a:endParaRPr>
          </a:p>
          <a:p>
            <a:pPr marL="269875" algn="just" rtl="0" fontAlgn="base"/>
            <a:r>
              <a:rPr lang="pt-BR" sz="1400" b="0" i="0" dirty="0">
                <a:solidFill>
                  <a:srgbClr val="000000"/>
                </a:solidFill>
                <a:effectLst/>
                <a:latin typeface="Calibri" panose="020F0502020204030204" pitchFamily="34" charset="0"/>
              </a:rPr>
              <a:t>O público-alvo oferece uma visão de quem será impactado pelos insights gerados a partir da análise dos dados. Considere perfis que utilizam informações para tomada de decisão, como gestores, analistas, equipes operacionais ou instituições públicas e privadas.</a:t>
            </a:r>
          </a:p>
          <a:p>
            <a:pPr marL="269875" algn="just" rtl="0" fontAlgn="base"/>
            <a:endParaRPr lang="pt-BR" sz="800" b="0" i="0" dirty="0">
              <a:solidFill>
                <a:srgbClr val="000000"/>
              </a:solidFill>
              <a:effectLst/>
              <a:latin typeface="Calibri" panose="020F0502020204030204" pitchFamily="34" charset="0"/>
            </a:endParaRPr>
          </a:p>
          <a:p>
            <a:pPr marL="269875" algn="just" rtl="0" fontAlgn="base"/>
            <a:r>
              <a:rPr lang="pt-BR" sz="1400" b="0" i="0" dirty="0">
                <a:solidFill>
                  <a:srgbClr val="000000"/>
                </a:solidFill>
                <a:effectLst/>
                <a:latin typeface="Calibri" panose="020F0502020204030204" pitchFamily="34" charset="0"/>
              </a:rPr>
              <a:t>Por exemplo, em um projeto envolvendo análise de dados ambientais ou espaciais, o público-alvo pode ser "Gestores públicos ou privados", "Órgãos ambientais", "Equipes de monitoramento" ou "Gestores urbanos".</a:t>
            </a:r>
          </a:p>
          <a:p>
            <a:pPr marL="269875" algn="just" rtl="0" fontAlgn="base"/>
            <a:endParaRPr lang="pt-BR" sz="800" b="0" i="0" dirty="0">
              <a:solidFill>
                <a:srgbClr val="000000"/>
              </a:solidFill>
              <a:effectLst/>
              <a:latin typeface="Calibri" panose="020F0502020204030204" pitchFamily="34" charset="0"/>
            </a:endParaRPr>
          </a:p>
          <a:p>
            <a:pPr marL="269875" algn="just" rtl="0" fontAlgn="base"/>
            <a:r>
              <a:rPr lang="pt-BR" sz="1400" b="0" i="0" dirty="0">
                <a:solidFill>
                  <a:srgbClr val="000000"/>
                </a:solidFill>
                <a:effectLst/>
                <a:latin typeface="Calibri" panose="020F0502020204030204" pitchFamily="34" charset="0"/>
              </a:rPr>
              <a:t>Após definir o público-alvo, é importante identificar suas principais necessidades e expectativas em relação ao uso dos dados, como apoio à tomada de decisão, acompanhamento de indicadores, identificação de padrões ou monitoramento de cenários.</a:t>
            </a:r>
          </a:p>
          <a:p>
            <a:pPr marL="269875" algn="just" rtl="0" fontAlgn="base"/>
            <a:endParaRPr lang="pt-BR" sz="800" b="0" i="0" dirty="0">
              <a:solidFill>
                <a:srgbClr val="000000"/>
              </a:solidFill>
              <a:effectLst/>
              <a:latin typeface="Calibri" panose="020F0502020204030204" pitchFamily="34" charset="0"/>
            </a:endParaRPr>
          </a:p>
          <a:p>
            <a:pPr marL="269875" algn="just" rtl="0" fontAlgn="base"/>
            <a:r>
              <a:rPr lang="pt-BR" sz="1400" b="0" i="0" dirty="0">
                <a:solidFill>
                  <a:srgbClr val="000000"/>
                </a:solidFill>
                <a:effectLst/>
                <a:latin typeface="Calibri" panose="020F0502020204030204" pitchFamily="34" charset="0"/>
              </a:rPr>
              <a:t>Essa definição ajuda a orientar o desenvolvimento da solução e garantir que os resultados gerados sejam relevantes e aplicáveis ao contexto do problema analisado.</a:t>
            </a:r>
            <a:endParaRPr lang="pt-BR" b="0" i="0" dirty="0">
              <a:solidFill>
                <a:srgbClr val="000000"/>
              </a:solidFill>
              <a:effectLst/>
              <a:latin typeface="Calibri" panose="020F0502020204030204" pitchFamily="34" charset="0"/>
            </a:endParaRPr>
          </a:p>
        </p:txBody>
      </p:sp>
    </p:spTree>
    <p:extLst>
      <p:ext uri="{BB962C8B-B14F-4D97-AF65-F5344CB8AC3E}">
        <p14:creationId xmlns:p14="http://schemas.microsoft.com/office/powerpoint/2010/main" val="520222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8">
          <a:extLst>
            <a:ext uri="{FF2B5EF4-FFF2-40B4-BE49-F238E27FC236}">
              <a16:creationId xmlns:a16="http://schemas.microsoft.com/office/drawing/2014/main" id="{9EF788D2-0CB4-00C3-625A-3450086A907D}"/>
            </a:ext>
          </a:extLst>
        </p:cNvPr>
        <p:cNvGrpSpPr/>
        <p:nvPr/>
      </p:nvGrpSpPr>
      <p:grpSpPr>
        <a:xfrm>
          <a:off x="0" y="0"/>
          <a:ext cx="0" cy="0"/>
          <a:chOff x="0" y="0"/>
          <a:chExt cx="0" cy="0"/>
        </a:xfrm>
      </p:grpSpPr>
      <p:sp>
        <p:nvSpPr>
          <p:cNvPr id="469" name="Google Shape;469;p14">
            <a:extLst>
              <a:ext uri="{FF2B5EF4-FFF2-40B4-BE49-F238E27FC236}">
                <a16:creationId xmlns:a16="http://schemas.microsoft.com/office/drawing/2014/main" id="{3BF1D1A4-78E9-07FA-F770-1E55B5C2D485}"/>
              </a:ext>
            </a:extLst>
          </p:cNvPr>
          <p:cNvSpPr txBox="1">
            <a:spLocks noGrp="1"/>
          </p:cNvSpPr>
          <p:nvPr>
            <p:ph type="title"/>
          </p:nvPr>
        </p:nvSpPr>
        <p:spPr>
          <a:xfrm>
            <a:off x="853187" y="100725"/>
            <a:ext cx="7437626" cy="71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pt-BR" dirty="0"/>
              <a:t>TECNOLOGIA APLICADA</a:t>
            </a:r>
            <a:endParaRPr dirty="0"/>
          </a:p>
        </p:txBody>
      </p:sp>
      <p:sp>
        <p:nvSpPr>
          <p:cNvPr id="473" name="Google Shape;473;p14">
            <a:extLst>
              <a:ext uri="{FF2B5EF4-FFF2-40B4-BE49-F238E27FC236}">
                <a16:creationId xmlns:a16="http://schemas.microsoft.com/office/drawing/2014/main" id="{81FDF4BB-89A7-9DCF-955E-A684E4429566}"/>
              </a:ext>
            </a:extLst>
          </p:cNvPr>
          <p:cNvSpPr txBox="1">
            <a:spLocks noGrp="1"/>
          </p:cNvSpPr>
          <p:nvPr>
            <p:ph type="sldNum" idx="12"/>
          </p:nvPr>
        </p:nvSpPr>
        <p:spPr>
          <a:xfrm>
            <a:off x="8556775" y="4826200"/>
            <a:ext cx="548700" cy="317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7</a:t>
            </a:fld>
            <a:endParaRPr/>
          </a:p>
        </p:txBody>
      </p:sp>
      <p:pic>
        <p:nvPicPr>
          <p:cNvPr id="2" name="Picture 2" descr="06-parceiros-logo-fiap | Sunsetti">
            <a:extLst>
              <a:ext uri="{FF2B5EF4-FFF2-40B4-BE49-F238E27FC236}">
                <a16:creationId xmlns:a16="http://schemas.microsoft.com/office/drawing/2014/main" id="{4C3EFCBC-73A6-CE07-60F7-A8ED40C6D4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3989" y="0"/>
            <a:ext cx="1090011" cy="724884"/>
          </a:xfrm>
          <a:prstGeom prst="rect">
            <a:avLst/>
          </a:prstGeom>
          <a:noFill/>
          <a:extLst>
            <a:ext uri="{909E8E84-426E-40DD-AFC4-6F175D3DCCD1}">
              <a14:hiddenFill xmlns:a14="http://schemas.microsoft.com/office/drawing/2010/main">
                <a:solidFill>
                  <a:srgbClr val="FFFFFF"/>
                </a:solidFill>
              </a14:hiddenFill>
            </a:ext>
          </a:extLst>
        </p:spPr>
      </p:pic>
      <p:sp>
        <p:nvSpPr>
          <p:cNvPr id="6" name="CaixaDeTexto 5">
            <a:extLst>
              <a:ext uri="{FF2B5EF4-FFF2-40B4-BE49-F238E27FC236}">
                <a16:creationId xmlns:a16="http://schemas.microsoft.com/office/drawing/2014/main" id="{FB7750F0-A680-FDCC-F6E6-F1245446B1FA}"/>
              </a:ext>
            </a:extLst>
          </p:cNvPr>
          <p:cNvSpPr txBox="1"/>
          <p:nvPr/>
        </p:nvSpPr>
        <p:spPr>
          <a:xfrm>
            <a:off x="38525" y="724884"/>
            <a:ext cx="4182093" cy="3831818"/>
          </a:xfrm>
          <a:prstGeom prst="rect">
            <a:avLst/>
          </a:prstGeom>
          <a:noFill/>
        </p:spPr>
        <p:txBody>
          <a:bodyPr wrap="square">
            <a:spAutoFit/>
          </a:bodyPr>
          <a:lstStyle/>
          <a:p>
            <a:pPr marL="285750" indent="-285750" algn="just" rtl="0" fontAlgn="base">
              <a:buFont typeface="Wingdings" panose="05000000000000000000" pitchFamily="2" charset="2"/>
              <a:buChar char="§"/>
            </a:pPr>
            <a:r>
              <a:rPr lang="pt-BR" sz="2000" b="1" i="0" dirty="0">
                <a:solidFill>
                  <a:srgbClr val="000000"/>
                </a:solidFill>
                <a:effectLst/>
                <a:latin typeface="Calibri" panose="020F0502020204030204" pitchFamily="34" charset="0"/>
              </a:rPr>
              <a:t>Tecnologias necessárias em sua solução</a:t>
            </a:r>
            <a:r>
              <a:rPr lang="pt-BR" sz="2000" b="0" i="0" dirty="0">
                <a:solidFill>
                  <a:srgbClr val="000000"/>
                </a:solidFill>
                <a:effectLst/>
                <a:latin typeface="Calibri" panose="020F0502020204030204" pitchFamily="34" charset="0"/>
              </a:rPr>
              <a:t> </a:t>
            </a:r>
          </a:p>
          <a:p>
            <a:pPr marL="285750" indent="-285750" algn="just" rtl="0" fontAlgn="base">
              <a:buFont typeface="Wingdings" panose="05000000000000000000" pitchFamily="2" charset="2"/>
              <a:buChar char="§"/>
            </a:pPr>
            <a:endParaRPr lang="pt-BR" sz="800" b="0" i="0" dirty="0">
              <a:solidFill>
                <a:srgbClr val="000000"/>
              </a:solidFill>
              <a:effectLst/>
              <a:latin typeface="Calibri" panose="020F0502020204030204" pitchFamily="34" charset="0"/>
            </a:endParaRPr>
          </a:p>
          <a:p>
            <a:pPr marL="269875" algn="just" rtl="0" fontAlgn="base"/>
            <a:r>
              <a:rPr lang="pt-BR" sz="1300" b="0" i="0" dirty="0">
                <a:solidFill>
                  <a:srgbClr val="000000"/>
                </a:solidFill>
                <a:effectLst/>
                <a:latin typeface="Calibri" panose="020F0502020204030204" pitchFamily="34" charset="0"/>
              </a:rPr>
              <a:t>Com a entrega desse item, todos os membros da equipe e demais envolvidos no projeto podem ter um entendimento claro e compartilhado sobre as ferramentas e plataformas que serão empregadas na solução proposta. Isso contribui para o planejamento, organização e execução do projeto. </a:t>
            </a:r>
          </a:p>
          <a:p>
            <a:pPr marL="269875" algn="just" rtl="0" fontAlgn="base"/>
            <a:endParaRPr lang="pt-BR" sz="1300" dirty="0">
              <a:latin typeface="Calibri" panose="020F0502020204030204" pitchFamily="34" charset="0"/>
            </a:endParaRPr>
          </a:p>
          <a:p>
            <a:pPr marL="269875" algn="just" rtl="0" fontAlgn="base"/>
            <a:r>
              <a:rPr lang="pt-BR" sz="1300" b="0" i="0" dirty="0">
                <a:solidFill>
                  <a:srgbClr val="000000"/>
                </a:solidFill>
                <a:effectLst/>
                <a:latin typeface="Calibri" panose="020F0502020204030204" pitchFamily="34" charset="0"/>
              </a:rPr>
              <a:t>Além de apresentar as tecnologias utilizadas, descreva brevemente em que etapa da solução cada uma será aplicada, como coleta, tratamento, análise ou visualização dos dados. Considere a escolha de ferramentas compatíveis com o desenvolvimento da solução analítica, como linguagens de programação, bibliotecas de análise de dados, ferramentas de visualização ou plataformas de apoio ao projeto. </a:t>
            </a:r>
          </a:p>
        </p:txBody>
      </p:sp>
      <p:pic>
        <p:nvPicPr>
          <p:cNvPr id="3" name="Imagem 2" descr="Interface gráfica do usuário, Aplicativo&#10;&#10;O conteúdo gerado por IA pode estar incorreto.">
            <a:extLst>
              <a:ext uri="{FF2B5EF4-FFF2-40B4-BE49-F238E27FC236}">
                <a16:creationId xmlns:a16="http://schemas.microsoft.com/office/drawing/2014/main" id="{F12DB78A-113A-75B6-B9B9-797E33E88D55}"/>
              </a:ext>
            </a:extLst>
          </p:cNvPr>
          <p:cNvPicPr>
            <a:picLocks noChangeAspect="1"/>
          </p:cNvPicPr>
          <p:nvPr/>
        </p:nvPicPr>
        <p:blipFill>
          <a:blip r:embed="rId4"/>
          <a:stretch>
            <a:fillRect/>
          </a:stretch>
        </p:blipFill>
        <p:spPr>
          <a:xfrm>
            <a:off x="4451599" y="917250"/>
            <a:ext cx="4468424" cy="2755848"/>
          </a:xfrm>
          <a:prstGeom prst="rect">
            <a:avLst/>
          </a:prstGeom>
          <a:ln>
            <a:solidFill>
              <a:srgbClr val="0070C0"/>
            </a:solidFill>
          </a:ln>
        </p:spPr>
      </p:pic>
    </p:spTree>
    <p:extLst>
      <p:ext uri="{BB962C8B-B14F-4D97-AF65-F5344CB8AC3E}">
        <p14:creationId xmlns:p14="http://schemas.microsoft.com/office/powerpoint/2010/main" val="990263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8">
          <a:extLst>
            <a:ext uri="{FF2B5EF4-FFF2-40B4-BE49-F238E27FC236}">
              <a16:creationId xmlns:a16="http://schemas.microsoft.com/office/drawing/2014/main" id="{E83D42E3-96B6-0636-DD82-D35205A9ECA4}"/>
            </a:ext>
          </a:extLst>
        </p:cNvPr>
        <p:cNvGrpSpPr/>
        <p:nvPr/>
      </p:nvGrpSpPr>
      <p:grpSpPr>
        <a:xfrm>
          <a:off x="0" y="0"/>
          <a:ext cx="0" cy="0"/>
          <a:chOff x="0" y="0"/>
          <a:chExt cx="0" cy="0"/>
        </a:xfrm>
      </p:grpSpPr>
      <p:sp>
        <p:nvSpPr>
          <p:cNvPr id="469" name="Google Shape;469;p14">
            <a:extLst>
              <a:ext uri="{FF2B5EF4-FFF2-40B4-BE49-F238E27FC236}">
                <a16:creationId xmlns:a16="http://schemas.microsoft.com/office/drawing/2014/main" id="{42609C1A-61B7-75BD-4701-FFB051DD2334}"/>
              </a:ext>
            </a:extLst>
          </p:cNvPr>
          <p:cNvSpPr txBox="1">
            <a:spLocks noGrp="1"/>
          </p:cNvSpPr>
          <p:nvPr>
            <p:ph type="title"/>
          </p:nvPr>
        </p:nvSpPr>
        <p:spPr>
          <a:xfrm>
            <a:off x="853187" y="100725"/>
            <a:ext cx="7437626" cy="71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pt-BR" dirty="0"/>
              <a:t>ARQUITETURA DE SOLUÇÃO</a:t>
            </a:r>
            <a:endParaRPr dirty="0"/>
          </a:p>
        </p:txBody>
      </p:sp>
      <p:sp>
        <p:nvSpPr>
          <p:cNvPr id="473" name="Google Shape;473;p14">
            <a:extLst>
              <a:ext uri="{FF2B5EF4-FFF2-40B4-BE49-F238E27FC236}">
                <a16:creationId xmlns:a16="http://schemas.microsoft.com/office/drawing/2014/main" id="{DBFD9B8C-FB81-A161-4360-F320DC4CACFA}"/>
              </a:ext>
            </a:extLst>
          </p:cNvPr>
          <p:cNvSpPr txBox="1">
            <a:spLocks noGrp="1"/>
          </p:cNvSpPr>
          <p:nvPr>
            <p:ph type="sldNum" idx="12"/>
          </p:nvPr>
        </p:nvSpPr>
        <p:spPr>
          <a:xfrm>
            <a:off x="8556775" y="4826200"/>
            <a:ext cx="548700" cy="317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8</a:t>
            </a:fld>
            <a:endParaRPr/>
          </a:p>
        </p:txBody>
      </p:sp>
      <p:pic>
        <p:nvPicPr>
          <p:cNvPr id="2" name="Picture 2" descr="06-parceiros-logo-fiap | Sunsetti">
            <a:extLst>
              <a:ext uri="{FF2B5EF4-FFF2-40B4-BE49-F238E27FC236}">
                <a16:creationId xmlns:a16="http://schemas.microsoft.com/office/drawing/2014/main" id="{993A8D23-DF81-09EF-76FF-0746D67832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3989" y="0"/>
            <a:ext cx="1090011" cy="724884"/>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6A559456-2FA1-35AD-7432-67EF329DAF37}"/>
              </a:ext>
            </a:extLst>
          </p:cNvPr>
          <p:cNvSpPr txBox="1"/>
          <p:nvPr/>
        </p:nvSpPr>
        <p:spPr>
          <a:xfrm>
            <a:off x="83937" y="735497"/>
            <a:ext cx="4023114" cy="3816429"/>
          </a:xfrm>
          <a:prstGeom prst="rect">
            <a:avLst/>
          </a:prstGeom>
          <a:noFill/>
        </p:spPr>
        <p:txBody>
          <a:bodyPr wrap="square">
            <a:spAutoFit/>
          </a:bodyPr>
          <a:lstStyle/>
          <a:p>
            <a:pPr marL="285750" indent="-285750" algn="just" rtl="0" fontAlgn="base">
              <a:buFont typeface="Wingdings" panose="05000000000000000000" pitchFamily="2" charset="2"/>
              <a:buChar char="§"/>
            </a:pPr>
            <a:r>
              <a:rPr lang="pt-BR" sz="1600" b="1" i="0" dirty="0">
                <a:solidFill>
                  <a:srgbClr val="000000"/>
                </a:solidFill>
                <a:effectLst/>
                <a:latin typeface="Calibri" panose="020F0502020204030204" pitchFamily="34" charset="0"/>
              </a:rPr>
              <a:t>Arquitetura e desenho inicial da solução</a:t>
            </a:r>
            <a:r>
              <a:rPr lang="pt-BR" sz="1600" b="0" i="0" dirty="0">
                <a:solidFill>
                  <a:srgbClr val="000000"/>
                </a:solidFill>
                <a:effectLst/>
                <a:latin typeface="Calibri" panose="020F0502020204030204" pitchFamily="34" charset="0"/>
              </a:rPr>
              <a:t> </a:t>
            </a:r>
          </a:p>
          <a:p>
            <a:pPr marL="269875" algn="just" rtl="0" fontAlgn="base"/>
            <a:endParaRPr lang="pt-BR" sz="800" b="0" i="0" dirty="0">
              <a:solidFill>
                <a:srgbClr val="000000"/>
              </a:solidFill>
              <a:effectLst/>
              <a:latin typeface="Calibri" panose="020F0502020204030204" pitchFamily="34" charset="0"/>
            </a:endParaRPr>
          </a:p>
          <a:p>
            <a:pPr marL="269875" algn="just" rtl="0" fontAlgn="base"/>
            <a:r>
              <a:rPr lang="pt-BR" sz="1400" b="0" i="0" dirty="0">
                <a:solidFill>
                  <a:srgbClr val="000000"/>
                </a:solidFill>
                <a:effectLst/>
                <a:latin typeface="Calibri" panose="020F0502020204030204" pitchFamily="34" charset="0"/>
              </a:rPr>
              <a:t>A entrega desse item está relacionada à clareza da estrutura da solução proposta. Ao criar uma representação visual da arquitetura, indicando as tecnologias utilizadas, suas conexões e o fluxo dos dados, é possível organizar melhor o desenvolvimento do projeto.</a:t>
            </a:r>
          </a:p>
          <a:p>
            <a:pPr marL="269875" algn="just" rtl="0" fontAlgn="base"/>
            <a:endParaRPr lang="pt-BR" sz="800" b="0" i="0" dirty="0">
              <a:solidFill>
                <a:srgbClr val="000000"/>
              </a:solidFill>
              <a:effectLst/>
              <a:latin typeface="Calibri" panose="020F0502020204030204" pitchFamily="34" charset="0"/>
            </a:endParaRPr>
          </a:p>
          <a:p>
            <a:pPr marL="269875" algn="just" rtl="0" fontAlgn="base"/>
            <a:r>
              <a:rPr lang="pt-BR" sz="1400" b="0" i="0" dirty="0">
                <a:solidFill>
                  <a:srgbClr val="000000"/>
                </a:solidFill>
                <a:effectLst/>
                <a:latin typeface="Calibri" panose="020F0502020204030204" pitchFamily="34" charset="0"/>
              </a:rPr>
              <a:t>A seguir, temos um exemplo hipotético de uma estrutura de solução.</a:t>
            </a:r>
          </a:p>
          <a:p>
            <a:pPr marL="269875" algn="just" rtl="0" fontAlgn="base"/>
            <a:endParaRPr lang="pt-BR" sz="800" b="0" i="0" dirty="0">
              <a:solidFill>
                <a:srgbClr val="000000"/>
              </a:solidFill>
              <a:effectLst/>
              <a:latin typeface="Calibri" panose="020F0502020204030204" pitchFamily="34" charset="0"/>
            </a:endParaRPr>
          </a:p>
          <a:p>
            <a:pPr marL="269875" algn="just" rtl="0" fontAlgn="base"/>
            <a:r>
              <a:rPr lang="pt-BR" sz="1400" b="0" i="0" dirty="0">
                <a:solidFill>
                  <a:srgbClr val="000000"/>
                </a:solidFill>
                <a:effectLst/>
                <a:latin typeface="Calibri" panose="020F0502020204030204" pitchFamily="34" charset="0"/>
              </a:rPr>
              <a:t>Para trazer clareza e domínio do assunto na sua entrega, além da imagem, forneça também uma breve descrição dos principais componentes e de como os dados percorrem as etapas da solução, desde a coleta até a geração de análises e visualizações.</a:t>
            </a:r>
            <a:endParaRPr lang="pt-BR" b="0" i="0" dirty="0">
              <a:solidFill>
                <a:srgbClr val="000000"/>
              </a:solidFill>
              <a:effectLst/>
              <a:latin typeface="Segoe UI" panose="020B0502040204020203" pitchFamily="34" charset="0"/>
            </a:endParaRPr>
          </a:p>
        </p:txBody>
      </p:sp>
      <p:pic>
        <p:nvPicPr>
          <p:cNvPr id="3" name="Imagem 2" descr="Diagrama&#10;&#10;O conteúdo gerado por IA pode estar incorreto.">
            <a:extLst>
              <a:ext uri="{FF2B5EF4-FFF2-40B4-BE49-F238E27FC236}">
                <a16:creationId xmlns:a16="http://schemas.microsoft.com/office/drawing/2014/main" id="{0C421FE3-8740-D0EB-E02D-4C217490BFEB}"/>
              </a:ext>
            </a:extLst>
          </p:cNvPr>
          <p:cNvPicPr>
            <a:picLocks noChangeAspect="1"/>
          </p:cNvPicPr>
          <p:nvPr/>
        </p:nvPicPr>
        <p:blipFill>
          <a:blip r:embed="rId4"/>
          <a:stretch>
            <a:fillRect/>
          </a:stretch>
        </p:blipFill>
        <p:spPr>
          <a:xfrm>
            <a:off x="4259838" y="825609"/>
            <a:ext cx="4690745" cy="2746750"/>
          </a:xfrm>
          <a:prstGeom prst="rect">
            <a:avLst/>
          </a:prstGeom>
          <a:ln>
            <a:solidFill>
              <a:srgbClr val="0070C0"/>
            </a:solidFill>
          </a:ln>
        </p:spPr>
      </p:pic>
    </p:spTree>
    <p:extLst>
      <p:ext uri="{BB962C8B-B14F-4D97-AF65-F5344CB8AC3E}">
        <p14:creationId xmlns:p14="http://schemas.microsoft.com/office/powerpoint/2010/main" val="2166230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8">
          <a:extLst>
            <a:ext uri="{FF2B5EF4-FFF2-40B4-BE49-F238E27FC236}">
              <a16:creationId xmlns:a16="http://schemas.microsoft.com/office/drawing/2014/main" id="{A3A6DCA9-A2E9-06A5-9862-BE90667FFCE2}"/>
            </a:ext>
          </a:extLst>
        </p:cNvPr>
        <p:cNvGrpSpPr/>
        <p:nvPr/>
      </p:nvGrpSpPr>
      <p:grpSpPr>
        <a:xfrm>
          <a:off x="0" y="0"/>
          <a:ext cx="0" cy="0"/>
          <a:chOff x="0" y="0"/>
          <a:chExt cx="0" cy="0"/>
        </a:xfrm>
      </p:grpSpPr>
      <p:sp>
        <p:nvSpPr>
          <p:cNvPr id="469" name="Google Shape;469;p14">
            <a:extLst>
              <a:ext uri="{FF2B5EF4-FFF2-40B4-BE49-F238E27FC236}">
                <a16:creationId xmlns:a16="http://schemas.microsoft.com/office/drawing/2014/main" id="{8E014860-99F3-9CEC-9EC8-280EFDA17BED}"/>
              </a:ext>
            </a:extLst>
          </p:cNvPr>
          <p:cNvSpPr txBox="1">
            <a:spLocks noGrp="1"/>
          </p:cNvSpPr>
          <p:nvPr>
            <p:ph type="title"/>
          </p:nvPr>
        </p:nvSpPr>
        <p:spPr>
          <a:xfrm>
            <a:off x="853187" y="-178244"/>
            <a:ext cx="7437626" cy="71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pt-BR" dirty="0"/>
              <a:t>DEMONSTRAÇÃO DE RECURSOS ESPERADOS DA SOLUÇÃO</a:t>
            </a:r>
            <a:endParaRPr dirty="0"/>
          </a:p>
        </p:txBody>
      </p:sp>
      <p:sp>
        <p:nvSpPr>
          <p:cNvPr id="473" name="Google Shape;473;p14">
            <a:extLst>
              <a:ext uri="{FF2B5EF4-FFF2-40B4-BE49-F238E27FC236}">
                <a16:creationId xmlns:a16="http://schemas.microsoft.com/office/drawing/2014/main" id="{FAB1C5D3-8A46-9D91-3726-02971DE64AC5}"/>
              </a:ext>
            </a:extLst>
          </p:cNvPr>
          <p:cNvSpPr txBox="1">
            <a:spLocks noGrp="1"/>
          </p:cNvSpPr>
          <p:nvPr>
            <p:ph type="sldNum" idx="12"/>
          </p:nvPr>
        </p:nvSpPr>
        <p:spPr>
          <a:xfrm>
            <a:off x="8556775" y="4826200"/>
            <a:ext cx="548700" cy="317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9</a:t>
            </a:fld>
            <a:endParaRPr/>
          </a:p>
        </p:txBody>
      </p:sp>
      <p:pic>
        <p:nvPicPr>
          <p:cNvPr id="2" name="Picture 2" descr="06-parceiros-logo-fiap | Sunsetti">
            <a:extLst>
              <a:ext uri="{FF2B5EF4-FFF2-40B4-BE49-F238E27FC236}">
                <a16:creationId xmlns:a16="http://schemas.microsoft.com/office/drawing/2014/main" id="{9E25EF9D-13D4-D563-F5BE-04A9F5D822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3989" y="0"/>
            <a:ext cx="1090011" cy="724884"/>
          </a:xfrm>
          <a:prstGeom prst="rect">
            <a:avLst/>
          </a:prstGeom>
          <a:noFill/>
          <a:extLst>
            <a:ext uri="{909E8E84-426E-40DD-AFC4-6F175D3DCCD1}">
              <a14:hiddenFill xmlns:a14="http://schemas.microsoft.com/office/drawing/2010/main">
                <a:solidFill>
                  <a:srgbClr val="FFFFFF"/>
                </a:solidFill>
              </a14:hiddenFill>
            </a:ext>
          </a:extLst>
        </p:spPr>
      </p:pic>
      <p:sp>
        <p:nvSpPr>
          <p:cNvPr id="7" name="CaixaDeTexto 6">
            <a:extLst>
              <a:ext uri="{FF2B5EF4-FFF2-40B4-BE49-F238E27FC236}">
                <a16:creationId xmlns:a16="http://schemas.microsoft.com/office/drawing/2014/main" id="{1BC9D71B-12B6-1856-761E-5FE12CB43771}"/>
              </a:ext>
            </a:extLst>
          </p:cNvPr>
          <p:cNvSpPr txBox="1"/>
          <p:nvPr/>
        </p:nvSpPr>
        <p:spPr>
          <a:xfrm>
            <a:off x="363683" y="426221"/>
            <a:ext cx="8016001" cy="3323987"/>
          </a:xfrm>
          <a:prstGeom prst="rect">
            <a:avLst/>
          </a:prstGeom>
          <a:noFill/>
        </p:spPr>
        <p:txBody>
          <a:bodyPr wrap="square" lIns="91440" tIns="45720" rIns="91440" bIns="45720" anchor="t">
            <a:spAutoFit/>
          </a:bodyPr>
          <a:lstStyle/>
          <a:p>
            <a:pPr marL="171450" indent="-171450" algn="just" rtl="0" fontAlgn="base">
              <a:buFont typeface="Wingdings" panose="05000000000000000000" pitchFamily="2" charset="2"/>
              <a:buChar char="§"/>
            </a:pPr>
            <a:r>
              <a:rPr lang="pt-BR" sz="2000" b="1" dirty="0">
                <a:latin typeface="Calibri" panose="020F0502020204030204" pitchFamily="34" charset="0"/>
              </a:rPr>
              <a:t>Protótipo e/ou MVP </a:t>
            </a:r>
          </a:p>
          <a:p>
            <a:pPr algn="just" rtl="0" fontAlgn="base"/>
            <a:endParaRPr lang="pt-BR" sz="700" b="0" i="0" dirty="0">
              <a:solidFill>
                <a:srgbClr val="000000"/>
              </a:solidFill>
              <a:effectLst/>
              <a:latin typeface="Segoe UI" panose="020B0502040204020203" pitchFamily="34" charset="0"/>
            </a:endParaRPr>
          </a:p>
          <a:p>
            <a:pPr algn="just" fontAlgn="base"/>
            <a:r>
              <a:rPr lang="pt-BR" sz="1600" b="1" dirty="0">
                <a:latin typeface="Calibri"/>
              </a:rPr>
              <a:t>Orientações para a Ideação :</a:t>
            </a:r>
          </a:p>
          <a:p>
            <a:pPr algn="just" fontAlgn="base"/>
            <a:endParaRPr lang="pt-BR" sz="700" b="1" dirty="0">
              <a:latin typeface="Calibri"/>
            </a:endParaRPr>
          </a:p>
          <a:p>
            <a:pPr algn="just" fontAlgn="base"/>
            <a:r>
              <a:rPr lang="pt-BR" sz="1100" dirty="0">
                <a:latin typeface="Calibri" panose="020F0502020204030204" pitchFamily="34" charset="0"/>
              </a:rPr>
              <a:t>Nesta primeira fase, você deve desenvolver protótipos, focando na representação conceitual da solução proposta. A ideia é estruturar visualmente como as informações serão apresentadas e qual a lógica por trás dos dados. Não se preocupe com a implementação técnica neste momento; o foco está no planejamento e na organização da solução.</a:t>
            </a:r>
          </a:p>
          <a:p>
            <a:pPr algn="just" fontAlgn="base"/>
            <a:r>
              <a:rPr lang="pt-BR" sz="1100" dirty="0">
                <a:latin typeface="Calibri" panose="020F0502020204030204" pitchFamily="34" charset="0"/>
              </a:rPr>
              <a:t>O objetivo é garantir que o protótipo transmita claramente a intenção e a funcionalidade da solução planejada, preparando o terreno para etapas posteriores do projeto.</a:t>
            </a:r>
          </a:p>
          <a:p>
            <a:pPr algn="just" fontAlgn="base"/>
            <a:endParaRPr lang="pt-BR" sz="1100" dirty="0">
              <a:latin typeface="Calibri" panose="020F0502020204030204" pitchFamily="34" charset="0"/>
            </a:endParaRPr>
          </a:p>
          <a:p>
            <a:pPr algn="just" fontAlgn="base"/>
            <a:r>
              <a:rPr lang="pt-BR" sz="1600" b="1" dirty="0">
                <a:latin typeface="Calibri" panose="020F0502020204030204" pitchFamily="34" charset="0"/>
              </a:rPr>
              <a:t>Sugestões de protótipos:</a:t>
            </a:r>
          </a:p>
          <a:p>
            <a:pPr algn="just" fontAlgn="base"/>
            <a:endParaRPr lang="pt-BR" sz="700" b="1" dirty="0">
              <a:latin typeface="Calibri" panose="020F0502020204030204" pitchFamily="34" charset="0"/>
            </a:endParaRPr>
          </a:p>
          <a:p>
            <a:pPr marL="171450" indent="-171450" algn="just" fontAlgn="base">
              <a:buFont typeface="Wingdings" panose="05000000000000000000" pitchFamily="2" charset="2"/>
              <a:buChar char="§"/>
            </a:pPr>
            <a:r>
              <a:rPr lang="pt-BR" sz="1100" b="1" dirty="0">
                <a:latin typeface="Calibri"/>
              </a:rPr>
              <a:t>Visualizações e painéis analíticos</a:t>
            </a:r>
            <a:r>
              <a:rPr lang="pt-BR" sz="1100" dirty="0">
                <a:latin typeface="Calibri"/>
              </a:rPr>
              <a:t>: Defina como os dados serão apresentados, organizando as principais métricas e indicadores. Estruture visualizações como gráficos, tabelas ou mapas, de forma que permitam interpretar os dados de maneira clara. Sempre que possível, organize as informações de forma lógica, evidenciando relações entre os dados analisados.</a:t>
            </a:r>
          </a:p>
          <a:p>
            <a:pPr marL="171450" indent="-171450" algn="just" fontAlgn="base">
              <a:buFont typeface="Wingdings" panose="05000000000000000000" pitchFamily="2" charset="2"/>
              <a:buChar char="§"/>
            </a:pPr>
            <a:endParaRPr lang="pt-BR" sz="700" b="1" dirty="0">
              <a:latin typeface="Calibri"/>
            </a:endParaRPr>
          </a:p>
          <a:p>
            <a:pPr marL="171450" indent="-171450" algn="just" fontAlgn="base">
              <a:buFont typeface="Wingdings" panose="05000000000000000000" pitchFamily="2" charset="2"/>
              <a:buChar char="§"/>
            </a:pPr>
            <a:r>
              <a:rPr lang="pt-BR" sz="1100" b="1" dirty="0">
                <a:latin typeface="Calibri"/>
              </a:rPr>
              <a:t>Dados</a:t>
            </a:r>
            <a:r>
              <a:rPr lang="pt-BR" sz="1100" dirty="0">
                <a:latin typeface="Calibri"/>
              </a:rPr>
              <a:t>: Você poderá utilizar dados reais ou simulados para compor o protótipo. </a:t>
            </a:r>
          </a:p>
          <a:p>
            <a:pPr algn="just" fontAlgn="base"/>
            <a:r>
              <a:rPr lang="pt-BR" sz="1100" dirty="0">
                <a:latin typeface="Calibri"/>
              </a:rPr>
              <a:t>     Caso utilize dados simulados, garanta que eles representem cenários plausíveis e </a:t>
            </a:r>
          </a:p>
          <a:p>
            <a:pPr algn="just" fontAlgn="base"/>
            <a:r>
              <a:rPr lang="pt-BR" sz="1100" dirty="0">
                <a:latin typeface="Calibri"/>
              </a:rPr>
              <a:t>     coerentes com o problema proposto. </a:t>
            </a:r>
            <a:endParaRPr lang="pt-BR" sz="1100" b="0" i="0" dirty="0">
              <a:solidFill>
                <a:srgbClr val="000000"/>
              </a:solidFill>
              <a:effectLst/>
              <a:latin typeface="Calibri"/>
            </a:endParaRPr>
          </a:p>
        </p:txBody>
      </p:sp>
      <p:sp>
        <p:nvSpPr>
          <p:cNvPr id="10" name="CaixaDeTexto 9"/>
          <p:cNvSpPr txBox="1"/>
          <p:nvPr/>
        </p:nvSpPr>
        <p:spPr>
          <a:xfrm>
            <a:off x="506163" y="3750208"/>
            <a:ext cx="5501203" cy="738664"/>
          </a:xfrm>
          <a:prstGeom prst="rect">
            <a:avLst/>
          </a:prstGeom>
          <a:solidFill>
            <a:schemeClr val="bg1"/>
          </a:solidFill>
        </p:spPr>
        <p:txBody>
          <a:bodyPr wrap="square" rtlCol="0">
            <a:spAutoFit/>
          </a:bodyPr>
          <a:lstStyle/>
          <a:p>
            <a:r>
              <a:rPr lang="pt-BR" sz="1050" dirty="0" err="1">
                <a:latin typeface="Calibri" panose="020F0502020204030204" pitchFamily="34" charset="0"/>
              </a:rPr>
              <a:t>Obs</a:t>
            </a:r>
            <a:r>
              <a:rPr lang="pt-BR" sz="1050" dirty="0">
                <a:latin typeface="Calibri" panose="020F0502020204030204" pitchFamily="34" charset="0"/>
              </a:rPr>
              <a:t>: Esse item é um dos mais importantes, pois aumenta consideravelmente a probabilidade de sucesso na entrega final. A criação de protótipos permite um desenvolvimento incremental e interativo, sendo possível identificar e mitigar riscos precocemente, economizando tempo antes de comprometer recursos significativos do projeto. </a:t>
            </a:r>
            <a:endParaRPr lang="pt-BR" dirty="0"/>
          </a:p>
        </p:txBody>
      </p:sp>
      <p:pic>
        <p:nvPicPr>
          <p:cNvPr id="3" name="Imagem 2" descr="Gráfico de barras&#10;&#10;O conteúdo gerado por IA pode estar incorreto.">
            <a:extLst>
              <a:ext uri="{FF2B5EF4-FFF2-40B4-BE49-F238E27FC236}">
                <a16:creationId xmlns:a16="http://schemas.microsoft.com/office/drawing/2014/main" id="{AE63C83A-6E87-059A-B5D5-9D4595B2E2CC}"/>
              </a:ext>
            </a:extLst>
          </p:cNvPr>
          <p:cNvPicPr>
            <a:picLocks noChangeAspect="1"/>
          </p:cNvPicPr>
          <p:nvPr/>
        </p:nvPicPr>
        <p:blipFill>
          <a:blip r:embed="rId4"/>
          <a:stretch>
            <a:fillRect/>
          </a:stretch>
        </p:blipFill>
        <p:spPr>
          <a:xfrm>
            <a:off x="6488939" y="3305554"/>
            <a:ext cx="1747124" cy="1115690"/>
          </a:xfrm>
          <a:prstGeom prst="rect">
            <a:avLst/>
          </a:prstGeom>
          <a:ln>
            <a:solidFill>
              <a:srgbClr val="0070C0"/>
            </a:solidFill>
          </a:ln>
        </p:spPr>
      </p:pic>
    </p:spTree>
    <p:extLst>
      <p:ext uri="{BB962C8B-B14F-4D97-AF65-F5344CB8AC3E}">
        <p14:creationId xmlns:p14="http://schemas.microsoft.com/office/powerpoint/2010/main" val="862827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8">
          <a:extLst>
            <a:ext uri="{FF2B5EF4-FFF2-40B4-BE49-F238E27FC236}">
              <a16:creationId xmlns:a16="http://schemas.microsoft.com/office/drawing/2014/main" id="{9BF59DB3-72AD-2EFF-3018-20B4C77CB4A0}"/>
            </a:ext>
          </a:extLst>
        </p:cNvPr>
        <p:cNvGrpSpPr/>
        <p:nvPr/>
      </p:nvGrpSpPr>
      <p:grpSpPr>
        <a:xfrm>
          <a:off x="0" y="0"/>
          <a:ext cx="0" cy="0"/>
          <a:chOff x="0" y="0"/>
          <a:chExt cx="0" cy="0"/>
        </a:xfrm>
      </p:grpSpPr>
      <p:sp>
        <p:nvSpPr>
          <p:cNvPr id="469" name="Google Shape;469;p14">
            <a:extLst>
              <a:ext uri="{FF2B5EF4-FFF2-40B4-BE49-F238E27FC236}">
                <a16:creationId xmlns:a16="http://schemas.microsoft.com/office/drawing/2014/main" id="{16293E2F-E6BD-9BA6-5AF6-B735E90BB596}"/>
              </a:ext>
            </a:extLst>
          </p:cNvPr>
          <p:cNvSpPr txBox="1">
            <a:spLocks noGrp="1"/>
          </p:cNvSpPr>
          <p:nvPr>
            <p:ph type="title"/>
          </p:nvPr>
        </p:nvSpPr>
        <p:spPr>
          <a:xfrm>
            <a:off x="853187" y="100725"/>
            <a:ext cx="7437626" cy="71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pt-BR" dirty="0"/>
              <a:t>CONCLUSÃO</a:t>
            </a:r>
            <a:endParaRPr dirty="0"/>
          </a:p>
        </p:txBody>
      </p:sp>
      <p:sp>
        <p:nvSpPr>
          <p:cNvPr id="473" name="Google Shape;473;p14">
            <a:extLst>
              <a:ext uri="{FF2B5EF4-FFF2-40B4-BE49-F238E27FC236}">
                <a16:creationId xmlns:a16="http://schemas.microsoft.com/office/drawing/2014/main" id="{FBB7B01B-EA06-2F88-42F8-6318E6E86A1D}"/>
              </a:ext>
            </a:extLst>
          </p:cNvPr>
          <p:cNvSpPr txBox="1">
            <a:spLocks noGrp="1"/>
          </p:cNvSpPr>
          <p:nvPr>
            <p:ph type="sldNum" idx="12"/>
          </p:nvPr>
        </p:nvSpPr>
        <p:spPr>
          <a:xfrm>
            <a:off x="8556775" y="4826200"/>
            <a:ext cx="548700" cy="317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10</a:t>
            </a:fld>
            <a:endParaRPr/>
          </a:p>
        </p:txBody>
      </p:sp>
      <p:pic>
        <p:nvPicPr>
          <p:cNvPr id="2" name="Picture 2" descr="06-parceiros-logo-fiap | Sunsetti">
            <a:extLst>
              <a:ext uri="{FF2B5EF4-FFF2-40B4-BE49-F238E27FC236}">
                <a16:creationId xmlns:a16="http://schemas.microsoft.com/office/drawing/2014/main" id="{9F7848B9-5730-A179-C929-F2AC017714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3989" y="0"/>
            <a:ext cx="1090011" cy="724884"/>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4F524EF6-A463-C898-9B92-9AB1397FE1B8}"/>
              </a:ext>
            </a:extLst>
          </p:cNvPr>
          <p:cNvSpPr txBox="1"/>
          <p:nvPr/>
        </p:nvSpPr>
        <p:spPr>
          <a:xfrm>
            <a:off x="177209" y="1135365"/>
            <a:ext cx="8534400" cy="3108543"/>
          </a:xfrm>
          <a:prstGeom prst="rect">
            <a:avLst/>
          </a:prstGeom>
          <a:noFill/>
        </p:spPr>
        <p:txBody>
          <a:bodyPr wrap="square">
            <a:spAutoFit/>
          </a:bodyPr>
          <a:lstStyle/>
          <a:p>
            <a:pPr marL="285750" indent="-285750" algn="just" rtl="0" fontAlgn="base">
              <a:buFont typeface="Wingdings" panose="05000000000000000000" pitchFamily="2" charset="2"/>
              <a:buChar char="§"/>
            </a:pPr>
            <a:r>
              <a:rPr lang="pt-BR" sz="2000" b="1" i="0" dirty="0">
                <a:solidFill>
                  <a:schemeClr val="bg2">
                    <a:lumMod val="10000"/>
                  </a:schemeClr>
                </a:solidFill>
                <a:effectLst/>
                <a:latin typeface="Calibri" panose="020F0502020204030204" pitchFamily="34" charset="0"/>
              </a:rPr>
              <a:t>Conclusão do projeto</a:t>
            </a:r>
            <a:r>
              <a:rPr lang="pt-BR" sz="2000" b="0" i="0" dirty="0">
                <a:solidFill>
                  <a:schemeClr val="bg2">
                    <a:lumMod val="10000"/>
                  </a:schemeClr>
                </a:solidFill>
                <a:effectLst/>
                <a:latin typeface="Calibri" panose="020F0502020204030204" pitchFamily="34" charset="0"/>
              </a:rPr>
              <a:t> </a:t>
            </a:r>
          </a:p>
          <a:p>
            <a:pPr marL="285750" indent="-285750" algn="just" rtl="0" fontAlgn="base">
              <a:buFont typeface="Wingdings" panose="05000000000000000000" pitchFamily="2" charset="2"/>
              <a:buChar char="§"/>
            </a:pPr>
            <a:endParaRPr lang="pt-BR" sz="800" b="0" i="0" dirty="0">
              <a:solidFill>
                <a:schemeClr val="bg2">
                  <a:lumMod val="10000"/>
                </a:schemeClr>
              </a:solidFill>
              <a:effectLst/>
              <a:latin typeface="Calibri" panose="020F0502020204030204" pitchFamily="34" charset="0"/>
            </a:endParaRPr>
          </a:p>
          <a:p>
            <a:pPr marL="269875" algn="just" rtl="0" fontAlgn="base"/>
            <a:r>
              <a:rPr lang="pt-BR" sz="1400" b="0" i="0" dirty="0">
                <a:solidFill>
                  <a:schemeClr val="bg2">
                    <a:lumMod val="10000"/>
                  </a:schemeClr>
                </a:solidFill>
                <a:effectLst/>
                <a:latin typeface="Calibri" panose="020F0502020204030204" pitchFamily="34" charset="0"/>
              </a:rPr>
              <a:t>Conclusão do projeto</a:t>
            </a:r>
          </a:p>
          <a:p>
            <a:pPr marL="269875" algn="just" rtl="0" fontAlgn="base"/>
            <a:endParaRPr lang="pt-BR" sz="1400" b="0" i="0" dirty="0">
              <a:solidFill>
                <a:schemeClr val="bg2">
                  <a:lumMod val="10000"/>
                </a:schemeClr>
              </a:solidFill>
              <a:effectLst/>
              <a:latin typeface="Calibri" panose="020F0502020204030204" pitchFamily="34" charset="0"/>
            </a:endParaRPr>
          </a:p>
          <a:p>
            <a:pPr marL="269875" algn="just" rtl="0" fontAlgn="base"/>
            <a:r>
              <a:rPr lang="pt-BR" sz="1400" b="0" i="0" dirty="0">
                <a:solidFill>
                  <a:schemeClr val="bg2">
                    <a:lumMod val="10000"/>
                  </a:schemeClr>
                </a:solidFill>
                <a:effectLst/>
                <a:latin typeface="Calibri" panose="020F0502020204030204" pitchFamily="34" charset="0"/>
              </a:rPr>
              <a:t>Recapitule os principais pontos analisados ao longo do projeto, destacando o problema abordado, a abordagem utilizada e os principais resultados obtidos.</a:t>
            </a:r>
          </a:p>
          <a:p>
            <a:pPr marL="269875" algn="just" rtl="0" fontAlgn="base"/>
            <a:endParaRPr lang="pt-BR" sz="1400" b="0" i="0" dirty="0">
              <a:solidFill>
                <a:schemeClr val="bg2">
                  <a:lumMod val="10000"/>
                </a:schemeClr>
              </a:solidFill>
              <a:effectLst/>
              <a:latin typeface="Calibri" panose="020F0502020204030204" pitchFamily="34" charset="0"/>
            </a:endParaRPr>
          </a:p>
          <a:p>
            <a:pPr marL="269875" algn="just" rtl="0" fontAlgn="base"/>
            <a:r>
              <a:rPr lang="pt-BR" sz="1400" b="0" i="0" dirty="0">
                <a:solidFill>
                  <a:schemeClr val="bg2">
                    <a:lumMod val="10000"/>
                  </a:schemeClr>
                </a:solidFill>
                <a:effectLst/>
                <a:latin typeface="Calibri" panose="020F0502020204030204" pitchFamily="34" charset="0"/>
              </a:rPr>
              <a:t>Apresente os insights mais relevantes gerados a partir dos dados e como eles podem apoiar a tomada de decisão no contexto analisado.</a:t>
            </a:r>
          </a:p>
          <a:p>
            <a:pPr marL="269875" algn="just" rtl="0" fontAlgn="base"/>
            <a:endParaRPr lang="pt-BR" sz="1400" b="0" i="0" dirty="0">
              <a:solidFill>
                <a:schemeClr val="bg2">
                  <a:lumMod val="10000"/>
                </a:schemeClr>
              </a:solidFill>
              <a:effectLst/>
              <a:latin typeface="Calibri" panose="020F0502020204030204" pitchFamily="34" charset="0"/>
            </a:endParaRPr>
          </a:p>
          <a:p>
            <a:pPr marL="269875" algn="just" rtl="0" fontAlgn="base"/>
            <a:r>
              <a:rPr lang="pt-BR" sz="1400" b="0" i="0" dirty="0">
                <a:solidFill>
                  <a:schemeClr val="bg2">
                    <a:lumMod val="10000"/>
                  </a:schemeClr>
                </a:solidFill>
                <a:effectLst/>
                <a:latin typeface="Calibri" panose="020F0502020204030204" pitchFamily="34" charset="0"/>
              </a:rPr>
              <a:t>Indique possíveis evoluções da solução proposta, considerando melhorias, novos dados ou aprofundamento das análises.</a:t>
            </a:r>
          </a:p>
          <a:p>
            <a:pPr marL="269875" algn="just" rtl="0" fontAlgn="base"/>
            <a:endParaRPr lang="pt-BR" sz="1400" b="0" i="0" dirty="0">
              <a:solidFill>
                <a:schemeClr val="bg2">
                  <a:lumMod val="10000"/>
                </a:schemeClr>
              </a:solidFill>
              <a:effectLst/>
              <a:latin typeface="Calibri" panose="020F0502020204030204" pitchFamily="34" charset="0"/>
            </a:endParaRPr>
          </a:p>
          <a:p>
            <a:pPr marL="269875" algn="just" rtl="0" fontAlgn="base"/>
            <a:r>
              <a:rPr lang="pt-BR" sz="1400" b="0" i="0" dirty="0">
                <a:solidFill>
                  <a:schemeClr val="bg2">
                    <a:lumMod val="10000"/>
                  </a:schemeClr>
                </a:solidFill>
                <a:effectLst/>
                <a:latin typeface="Calibri" panose="020F0502020204030204" pitchFamily="34" charset="0"/>
              </a:rPr>
              <a:t>Finalize com uma breve síntese do valor gerado pelo projeto a partir da utilização de dados.</a:t>
            </a:r>
            <a:endParaRPr lang="pt-BR" dirty="0">
              <a:solidFill>
                <a:schemeClr val="bg2">
                  <a:lumMod val="10000"/>
                </a:schemeClr>
              </a:solidFill>
              <a:latin typeface="Calibri" panose="020F0502020204030204" pitchFamily="34" charset="0"/>
            </a:endParaRPr>
          </a:p>
        </p:txBody>
      </p:sp>
    </p:spTree>
    <p:extLst>
      <p:ext uri="{BB962C8B-B14F-4D97-AF65-F5344CB8AC3E}">
        <p14:creationId xmlns:p14="http://schemas.microsoft.com/office/powerpoint/2010/main" val="2528467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8">
          <a:extLst>
            <a:ext uri="{FF2B5EF4-FFF2-40B4-BE49-F238E27FC236}">
              <a16:creationId xmlns:a16="http://schemas.microsoft.com/office/drawing/2014/main" id="{013F0E0E-EDD8-9B4C-18EC-EA5FD7E8698C}"/>
            </a:ext>
          </a:extLst>
        </p:cNvPr>
        <p:cNvGrpSpPr/>
        <p:nvPr/>
      </p:nvGrpSpPr>
      <p:grpSpPr>
        <a:xfrm>
          <a:off x="0" y="0"/>
          <a:ext cx="0" cy="0"/>
          <a:chOff x="0" y="0"/>
          <a:chExt cx="0" cy="0"/>
        </a:xfrm>
      </p:grpSpPr>
      <p:sp>
        <p:nvSpPr>
          <p:cNvPr id="469" name="Google Shape;469;p14">
            <a:extLst>
              <a:ext uri="{FF2B5EF4-FFF2-40B4-BE49-F238E27FC236}">
                <a16:creationId xmlns:a16="http://schemas.microsoft.com/office/drawing/2014/main" id="{9E917F17-6A26-5745-E39E-4B0EFCCC6183}"/>
              </a:ext>
            </a:extLst>
          </p:cNvPr>
          <p:cNvSpPr txBox="1">
            <a:spLocks noGrp="1"/>
          </p:cNvSpPr>
          <p:nvPr>
            <p:ph type="title"/>
          </p:nvPr>
        </p:nvSpPr>
        <p:spPr>
          <a:xfrm>
            <a:off x="853187" y="100725"/>
            <a:ext cx="7437626" cy="715800"/>
          </a:xfrm>
          <a:prstGeom prst="rect">
            <a:avLst/>
          </a:prstGeom>
        </p:spPr>
        <p:txBody>
          <a:bodyPr spcFirstLastPara="1" wrap="square" lIns="91425" tIns="91425" rIns="91425" bIns="91425" anchor="b" anchorCtr="0">
            <a:noAutofit/>
          </a:bodyPr>
          <a:lstStyle/>
          <a:p>
            <a:r>
              <a:rPr lang="pt-BR" dirty="0"/>
              <a:t>Link do vídeo </a:t>
            </a:r>
            <a:r>
              <a:rPr lang="pt-BR" dirty="0" err="1"/>
              <a:t>pitch</a:t>
            </a:r>
            <a:endParaRPr dirty="0" err="1"/>
          </a:p>
        </p:txBody>
      </p:sp>
      <p:sp>
        <p:nvSpPr>
          <p:cNvPr id="473" name="Google Shape;473;p14">
            <a:extLst>
              <a:ext uri="{FF2B5EF4-FFF2-40B4-BE49-F238E27FC236}">
                <a16:creationId xmlns:a16="http://schemas.microsoft.com/office/drawing/2014/main" id="{8899858E-6A27-9ADA-AB41-DB47AB878B0F}"/>
              </a:ext>
            </a:extLst>
          </p:cNvPr>
          <p:cNvSpPr txBox="1">
            <a:spLocks noGrp="1"/>
          </p:cNvSpPr>
          <p:nvPr>
            <p:ph type="sldNum" idx="12"/>
          </p:nvPr>
        </p:nvSpPr>
        <p:spPr>
          <a:xfrm>
            <a:off x="8556775" y="4826200"/>
            <a:ext cx="548700" cy="317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11</a:t>
            </a:fld>
            <a:endParaRPr/>
          </a:p>
        </p:txBody>
      </p:sp>
      <p:pic>
        <p:nvPicPr>
          <p:cNvPr id="2" name="Picture 2" descr="06-parceiros-logo-fiap | Sunsetti">
            <a:extLst>
              <a:ext uri="{FF2B5EF4-FFF2-40B4-BE49-F238E27FC236}">
                <a16:creationId xmlns:a16="http://schemas.microsoft.com/office/drawing/2014/main" id="{BEF2434E-365A-D576-733E-7350D24CE6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3989" y="0"/>
            <a:ext cx="1090011" cy="724884"/>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E56994AA-725E-183D-1794-CB008C8DCD88}"/>
              </a:ext>
            </a:extLst>
          </p:cNvPr>
          <p:cNvSpPr txBox="1"/>
          <p:nvPr/>
        </p:nvSpPr>
        <p:spPr>
          <a:xfrm>
            <a:off x="177209" y="1135365"/>
            <a:ext cx="8534400" cy="307777"/>
          </a:xfrm>
          <a:prstGeom prst="rect">
            <a:avLst/>
          </a:prstGeom>
          <a:noFill/>
        </p:spPr>
        <p:txBody>
          <a:bodyPr wrap="square" lIns="91440" tIns="45720" rIns="91440" bIns="45720" anchor="t">
            <a:spAutoFit/>
          </a:bodyPr>
          <a:lstStyle/>
          <a:p>
            <a:pPr marL="285750" indent="-285750" algn="just" fontAlgn="base">
              <a:buFont typeface="Wingdings" panose="05000000000000000000" pitchFamily="2" charset="2"/>
              <a:buChar char="§"/>
            </a:pPr>
            <a:r>
              <a:rPr lang="pt-BR" b="1" dirty="0">
                <a:solidFill>
                  <a:schemeClr val="bg2">
                    <a:lumMod val="10000"/>
                  </a:schemeClr>
                </a:solidFill>
                <a:latin typeface="Calibri"/>
              </a:rPr>
              <a:t>Coloque aqui o link do Youtube (público) do seu vídeo </a:t>
            </a:r>
            <a:r>
              <a:rPr lang="pt-BR" b="1" dirty="0" err="1">
                <a:solidFill>
                  <a:schemeClr val="bg2">
                    <a:lumMod val="10000"/>
                  </a:schemeClr>
                </a:solidFill>
                <a:latin typeface="Calibri"/>
              </a:rPr>
              <a:t>pitch</a:t>
            </a:r>
            <a:r>
              <a:rPr lang="pt-BR" b="1" dirty="0">
                <a:solidFill>
                  <a:schemeClr val="bg2">
                    <a:lumMod val="10000"/>
                  </a:schemeClr>
                </a:solidFill>
                <a:latin typeface="Calibri"/>
              </a:rPr>
              <a:t> de até 5 minutos.</a:t>
            </a:r>
            <a:endParaRPr lang="pt-BR" dirty="0">
              <a:solidFill>
                <a:schemeClr val="bg2">
                  <a:lumMod val="10000"/>
                </a:schemeClr>
              </a:solidFill>
            </a:endParaRPr>
          </a:p>
        </p:txBody>
      </p:sp>
    </p:spTree>
    <p:extLst>
      <p:ext uri="{BB962C8B-B14F-4D97-AF65-F5344CB8AC3E}">
        <p14:creationId xmlns:p14="http://schemas.microsoft.com/office/powerpoint/2010/main" val="1503728421"/>
      </p:ext>
    </p:extLst>
  </p:cSld>
  <p:clrMapOvr>
    <a:masterClrMapping/>
  </p:clrMapOvr>
</p:sld>
</file>

<file path=ppt/theme/theme1.xml><?xml version="1.0" encoding="utf-8"?>
<a:theme xmlns:a="http://schemas.openxmlformats.org/drawingml/2006/main" name="Quince template">
  <a:themeElements>
    <a:clrScheme name="Custom 347">
      <a:dk1>
        <a:srgbClr val="28324A"/>
      </a:dk1>
      <a:lt1>
        <a:srgbClr val="FFFFFF"/>
      </a:lt1>
      <a:dk2>
        <a:srgbClr val="707685"/>
      </a:dk2>
      <a:lt2>
        <a:srgbClr val="E5E5E5"/>
      </a:lt2>
      <a:accent1>
        <a:srgbClr val="00CEF6"/>
      </a:accent1>
      <a:accent2>
        <a:srgbClr val="3C78D8"/>
      </a:accent2>
      <a:accent3>
        <a:srgbClr val="00A7C8"/>
      </a:accent3>
      <a:accent4>
        <a:srgbClr val="8EC400"/>
      </a:accent4>
      <a:accent5>
        <a:srgbClr val="AFF000"/>
      </a:accent5>
      <a:accent6>
        <a:srgbClr val="7F7F7F"/>
      </a:accent6>
      <a:hlink>
        <a:srgbClr val="28324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86587DEE977C9143A042F3416864AA9F" ma:contentTypeVersion="14" ma:contentTypeDescription="Crie um novo documento." ma:contentTypeScope="" ma:versionID="b776d5c7476308f23990203070e527c2">
  <xsd:schema xmlns:xsd="http://www.w3.org/2001/XMLSchema" xmlns:xs="http://www.w3.org/2001/XMLSchema" xmlns:p="http://schemas.microsoft.com/office/2006/metadata/properties" xmlns:ns2="34cf085e-19ad-4e7f-97e3-12854e4d6797" xmlns:ns3="00791995-7579-403d-890a-6e3e017e0c43" targetNamespace="http://schemas.microsoft.com/office/2006/metadata/properties" ma:root="true" ma:fieldsID="ccf2e705405bc4c319ffb32212e0e85a" ns2:_="" ns3:_="">
    <xsd:import namespace="34cf085e-19ad-4e7f-97e3-12854e4d6797"/>
    <xsd:import namespace="00791995-7579-403d-890a-6e3e017e0c43"/>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cf085e-19ad-4e7f-97e3-12854e4d67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Marcações de imagem" ma:readOnly="false" ma:fieldId="{5cf76f15-5ced-4ddc-b409-7134ff3c332f}" ma:taxonomyMulti="true" ma:sspId="e2398b20-2c76-408b-9565-673d41e5947a"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0791995-7579-403d-890a-6e3e017e0c43" elementFormDefault="qualified">
    <xsd:import namespace="http://schemas.microsoft.com/office/2006/documentManagement/types"/>
    <xsd:import namespace="http://schemas.microsoft.com/office/infopath/2007/PartnerControls"/>
    <xsd:element name="SharedWithUsers" ma:index="10"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hes de Compartilhado Com" ma:internalName="SharedWithDetails" ma:readOnly="true">
      <xsd:simpleType>
        <xsd:restriction base="dms:Note">
          <xsd:maxLength value="255"/>
        </xsd:restriction>
      </xsd:simpleType>
    </xsd:element>
    <xsd:element name="TaxCatchAll" ma:index="15" nillable="true" ma:displayName="Taxonomy Catch All Column" ma:hidden="true" ma:list="{e2ce42ba-8035-4113-bdb9-87496ce687b4}" ma:internalName="TaxCatchAll" ma:showField="CatchAllData" ma:web="00791995-7579-403d-890a-6e3e017e0c4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4cf085e-19ad-4e7f-97e3-12854e4d6797">
      <Terms xmlns="http://schemas.microsoft.com/office/infopath/2007/PartnerControls"/>
    </lcf76f155ced4ddcb4097134ff3c332f>
    <TaxCatchAll xmlns="00791995-7579-403d-890a-6e3e017e0c43" xsi:nil="true"/>
  </documentManagement>
</p:properties>
</file>

<file path=customXml/itemProps1.xml><?xml version="1.0" encoding="utf-8"?>
<ds:datastoreItem xmlns:ds="http://schemas.openxmlformats.org/officeDocument/2006/customXml" ds:itemID="{99955F3C-0F1F-426B-B4BE-4E6C185A066F}">
  <ds:schemaRefs>
    <ds:schemaRef ds:uri="http://schemas.microsoft.com/sharepoint/v3/contenttype/forms"/>
  </ds:schemaRefs>
</ds:datastoreItem>
</file>

<file path=customXml/itemProps2.xml><?xml version="1.0" encoding="utf-8"?>
<ds:datastoreItem xmlns:ds="http://schemas.openxmlformats.org/officeDocument/2006/customXml" ds:itemID="{05FC0C25-DB4B-41DE-AA68-D5418B5DF864}"/>
</file>

<file path=customXml/itemProps3.xml><?xml version="1.0" encoding="utf-8"?>
<ds:datastoreItem xmlns:ds="http://schemas.openxmlformats.org/officeDocument/2006/customXml" ds:itemID="{FD49395B-3EE0-4882-A482-DAD7EBF10E58}">
  <ds:schemaRefs>
    <ds:schemaRef ds:uri="5b046cae-d1d8-432d-b4bb-58d09b590569"/>
    <ds:schemaRef ds:uri="eb947af2-26f0-411d-a536-f4cbb904cdf6"/>
    <ds:schemaRef ds:uri="http://purl.org/dc/dcmitype/"/>
    <ds:schemaRef ds:uri="http://schemas.microsoft.com/office/infopath/2007/PartnerControls"/>
    <ds:schemaRef ds:uri="http://schemas.microsoft.com/office/2006/metadata/properties"/>
    <ds:schemaRef ds:uri="http://purl.org/dc/terms/"/>
    <ds:schemaRef ds:uri="http://purl.org/dc/elements/1.1/"/>
    <ds:schemaRef ds:uri="http://www.w3.org/XML/1998/namespace"/>
    <ds:schemaRef ds:uri="http://schemas.microsoft.com/office/2006/documentManagement/type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otalTime>651</TotalTime>
  <Words>1325</Words>
  <Application>Microsoft Office PowerPoint</Application>
  <PresentationFormat>On-screen Show (16:9)</PresentationFormat>
  <Paragraphs>88</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Segoe UI</vt:lpstr>
      <vt:lpstr>Arial</vt:lpstr>
      <vt:lpstr>Source Sans Pro</vt:lpstr>
      <vt:lpstr>Oswald</vt:lpstr>
      <vt:lpstr>Calibri</vt:lpstr>
      <vt:lpstr>Wingdings</vt:lpstr>
      <vt:lpstr>Quince template</vt:lpstr>
      <vt:lpstr>GLOBAL SOLUTION 2026.1 DATA SCIENCE  AI, ANALYTICS, CLOUD &amp; DATA PLATFORMS</vt:lpstr>
      <vt:lpstr>NOME DO PROJETO Um nome envolvente e atraente pode aumentar o interesse e o engajamento da equipe da empresa parceira e demais partes interessadas. Caso consiga criar um logotipo, será muito bem-vindo, pois esse tipo de entrega promove o engajamento e geralmente tem destaque em um ambiente competitivo.</vt:lpstr>
      <vt:lpstr>DESAFIO DO CENÁRIO ATUAL</vt:lpstr>
      <vt:lpstr>CENÁRIO PROPOSTO</vt:lpstr>
      <vt:lpstr>IMPACTOS DA SOLUÇÃO PROPOSTA</vt:lpstr>
      <vt:lpstr>PÚBLICO ALVO DA SOLUÇÃO</vt:lpstr>
      <vt:lpstr>TECNOLOGIA APLICADA</vt:lpstr>
      <vt:lpstr>ARQUITETURA DE SOLUÇÃO</vt:lpstr>
      <vt:lpstr>DEMONSTRAÇÃO DE RECURSOS ESPERADOS DA SOLUÇÃO</vt:lpstr>
      <vt:lpstr>CONCLUSÃO</vt:lpstr>
      <vt:lpstr>Link do vídeo pitch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Thiago Yamamoto</dc:creator>
  <cp:lastModifiedBy>Salvio Padlipskas</cp:lastModifiedBy>
  <cp:revision>65</cp:revision>
  <dcterms:modified xsi:type="dcterms:W3CDTF">2026-05-12T16:20:47Z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0x01010086587DEE977C9143A042F3416864AA9F</vt:lpwstr>
  </property>
  <property fmtid="{D5CDD505-2E9C-101B-9397-08002B2CF9AE}" pid="3" name="MediaServiceImageTags">
    <vt:lpwstr/>
  </property>
</Properties>
</file>